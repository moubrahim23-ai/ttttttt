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2" r:id="rId1"/>
  </p:sldMasterIdLst>
  <p:notesMasterIdLst>
    <p:notesMasterId r:id="rId5"/>
  </p:notesMasterIdLst>
  <p:handoutMasterIdLst>
    <p:handoutMasterId r:id="rId6"/>
  </p:handoutMasterIdLst>
  <p:sldIdLst>
    <p:sldId id="1020" r:id="rId2"/>
    <p:sldId id="1024" r:id="rId3"/>
    <p:sldId id="354" r:id="rId4"/>
    <p:sldId id="1025" r:id="rId12"/>
    <p:sldId id="1026" r:id="rId13"/>
    <p:sldId id="1027" r:id="rId14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5E2CA88-6AA1-4242-99D9-D311EEF24B5D}">
          <p14:sldIdLst>
            <p14:sldId id="1020"/>
            <p14:sldId id="1024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UABID Walid [EIDS]" initials="BW[" lastIdx="2" clrIdx="0">
    <p:extLst>
      <p:ext uri="{19B8F6BF-5375-455C-9EA6-DF929625EA0E}">
        <p15:presenceInfo xmlns:p15="http://schemas.microsoft.com/office/powerpoint/2012/main" userId="S-1-5-21-2000478354-2145943105-1644491937-12527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3A8D"/>
    <a:srgbClr val="D9E8FF"/>
    <a:srgbClr val="FF5353"/>
    <a:srgbClr val="FFA7A7"/>
    <a:srgbClr val="CFAFE7"/>
    <a:srgbClr val="A9A9A9"/>
    <a:srgbClr val="1313BD"/>
    <a:srgbClr val="C61863"/>
    <a:srgbClr val="9544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33" autoAdjust="0"/>
    <p:restoredTop sz="91254" autoAdjust="0"/>
  </p:normalViewPr>
  <p:slideViewPr>
    <p:cSldViewPr>
      <p:cViewPr varScale="1">
        <p:scale>
          <a:sx n="113" d="100"/>
          <a:sy n="113" d="100"/>
        </p:scale>
        <p:origin x="81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60" y="27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898" y="30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6DDA4D-6928-42CF-9603-8FFF4F033A0E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420AA8F-D7BF-42FD-8B9A-7C28351FA25E}">
      <dgm:prSet phldrT="[Texte]" custT="1"/>
      <dgm:spPr/>
      <dgm:t>
        <a:bodyPr/>
        <a:lstStyle/>
        <a:p>
          <a:r>
            <a:rPr lang="fr-FR" sz="2300" b="1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Juin 2024</a:t>
          </a:r>
        </a:p>
      </dgm:t>
    </dgm:pt>
    <dgm:pt modelId="{F413901B-04F6-4E80-9420-34669017ED2E}" type="parTrans" cxnId="{2C258887-25FC-4BA9-9E53-FB442DE19F79}">
      <dgm:prSet/>
      <dgm:spPr/>
      <dgm:t>
        <a:bodyPr/>
        <a:lstStyle/>
        <a:p>
          <a:endParaRPr lang="fr-FR"/>
        </a:p>
      </dgm:t>
    </dgm:pt>
    <dgm:pt modelId="{5C7D086B-C5B5-4C8E-9FD7-ED989B2A4B50}" type="sibTrans" cxnId="{2C258887-25FC-4BA9-9E53-FB442DE19F79}">
      <dgm:prSet/>
      <dgm:spPr/>
      <dgm:t>
        <a:bodyPr/>
        <a:lstStyle/>
        <a:p>
          <a:endParaRPr lang="fr-FR"/>
        </a:p>
      </dgm:t>
    </dgm:pt>
    <dgm:pt modelId="{C08DDEC1-59D1-4958-B43A-ABF0519F5E94}">
      <dgm:prSet phldrT="[Texte]" custT="1"/>
      <dgm:spPr/>
      <dgm:t>
        <a:bodyPr/>
        <a:lstStyle/>
        <a:p>
          <a:r>
            <a:rPr lang="fr-FR" sz="1400" b="1" dirty="0"/>
            <a:t>Google leads</a:t>
          </a:r>
        </a:p>
      </dgm:t>
    </dgm:pt>
    <dgm:pt modelId="{4A304235-546E-41C5-A1B3-CFFF6656B7D2}" type="parTrans" cxnId="{CF9EF4EC-7386-41B5-9783-B5B1DC76E05F}">
      <dgm:prSet/>
      <dgm:spPr/>
      <dgm:t>
        <a:bodyPr/>
        <a:lstStyle/>
        <a:p>
          <a:endParaRPr lang="fr-FR"/>
        </a:p>
      </dgm:t>
    </dgm:pt>
    <dgm:pt modelId="{26D0E432-5204-4098-AEB3-04CAB3C22C98}" type="sibTrans" cxnId="{CF9EF4EC-7386-41B5-9783-B5B1DC76E05F}">
      <dgm:prSet/>
      <dgm:spPr/>
      <dgm:t>
        <a:bodyPr/>
        <a:lstStyle/>
        <a:p>
          <a:endParaRPr lang="fr-FR"/>
        </a:p>
      </dgm:t>
    </dgm:pt>
    <dgm:pt modelId="{C031E06B-E3F3-4425-903E-5FDA2FB80E88}">
      <dgm:prSet phldrT="[Texte]" custT="1"/>
      <dgm:spPr/>
      <dgm:t>
        <a:bodyPr/>
        <a:lstStyle/>
        <a:p>
          <a:r>
            <a:rPr lang="fr-FR" sz="1400" b="1" dirty="0"/>
            <a:t>AFEDIM</a:t>
          </a:r>
        </a:p>
      </dgm:t>
    </dgm:pt>
    <dgm:pt modelId="{F2616071-E8B2-479A-BC73-E1937694FEEE}" type="parTrans" cxnId="{1AA81490-8150-4FE6-8FBC-4A95F6944DF9}">
      <dgm:prSet/>
      <dgm:spPr/>
      <dgm:t>
        <a:bodyPr/>
        <a:lstStyle/>
        <a:p>
          <a:endParaRPr lang="fr-FR"/>
        </a:p>
      </dgm:t>
    </dgm:pt>
    <dgm:pt modelId="{4124DDEA-0327-4FBA-8566-22E5D12D2F11}" type="sibTrans" cxnId="{1AA81490-8150-4FE6-8FBC-4A95F6944DF9}">
      <dgm:prSet/>
      <dgm:spPr/>
      <dgm:t>
        <a:bodyPr/>
        <a:lstStyle/>
        <a:p>
          <a:endParaRPr lang="fr-FR"/>
        </a:p>
      </dgm:t>
    </dgm:pt>
    <dgm:pt modelId="{02E38034-0F17-45B7-B6D6-DA358197D9DF}">
      <dgm:prSet phldrT="[Texte]"/>
      <dgm:spPr/>
      <dgm:t>
        <a:bodyPr/>
        <a:lstStyle/>
        <a:p>
          <a:r>
            <a:rPr lang="fr-F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Juin 2025</a:t>
          </a:r>
          <a:endParaRPr lang="fr-FR" dirty="0">
            <a:solidFill>
              <a:schemeClr val="bg1"/>
            </a:solidFill>
          </a:endParaRPr>
        </a:p>
      </dgm:t>
    </dgm:pt>
    <dgm:pt modelId="{ACE003EF-8D84-4CEB-B5D5-D2E60D560712}" type="parTrans" cxnId="{958B2B30-AF7A-4696-A96F-E502FF58EEE4}">
      <dgm:prSet/>
      <dgm:spPr/>
      <dgm:t>
        <a:bodyPr/>
        <a:lstStyle/>
        <a:p>
          <a:endParaRPr lang="fr-FR"/>
        </a:p>
      </dgm:t>
    </dgm:pt>
    <dgm:pt modelId="{D346A89E-4FF3-4C75-8517-1A89312FBBE7}" type="sibTrans" cxnId="{958B2B30-AF7A-4696-A96F-E502FF58EEE4}">
      <dgm:prSet/>
      <dgm:spPr/>
      <dgm:t>
        <a:bodyPr/>
        <a:lstStyle/>
        <a:p>
          <a:endParaRPr lang="fr-FR"/>
        </a:p>
      </dgm:t>
    </dgm:pt>
    <dgm:pt modelId="{AAE028CD-A0AB-4EF2-9302-3852B58CEC2D}">
      <dgm:prSet phldrT="[Texte]" custT="1"/>
      <dgm:spPr/>
      <dgm:t>
        <a:bodyPr/>
        <a:lstStyle/>
        <a:p>
          <a:r>
            <a:rPr lang="fr-FR" sz="1400" b="1" dirty="0"/>
            <a:t>Google leads</a:t>
          </a:r>
        </a:p>
      </dgm:t>
    </dgm:pt>
    <dgm:pt modelId="{C7752EE5-3032-4E02-9AB3-772921A19D5C}" type="parTrans" cxnId="{527A3F42-EA18-4E0B-8DB1-E58E098F0B1E}">
      <dgm:prSet/>
      <dgm:spPr/>
      <dgm:t>
        <a:bodyPr/>
        <a:lstStyle/>
        <a:p>
          <a:endParaRPr lang="fr-FR"/>
        </a:p>
      </dgm:t>
    </dgm:pt>
    <dgm:pt modelId="{65EB9473-EF1C-4E16-85F9-2FB090B9AD06}" type="sibTrans" cxnId="{527A3F42-EA18-4E0B-8DB1-E58E098F0B1E}">
      <dgm:prSet/>
      <dgm:spPr/>
      <dgm:t>
        <a:bodyPr/>
        <a:lstStyle/>
        <a:p>
          <a:endParaRPr lang="fr-FR"/>
        </a:p>
      </dgm:t>
    </dgm:pt>
    <dgm:pt modelId="{941BCCA1-FCBD-48A8-90E0-4E02A91E4F8E}">
      <dgm:prSet phldrT="[Texte]" custT="1"/>
      <dgm:spPr/>
      <dgm:t>
        <a:bodyPr/>
        <a:lstStyle/>
        <a:p>
          <a:r>
            <a:rPr lang="fr-FR" sz="1400" b="1" dirty="0"/>
            <a:t>AFEDIM</a:t>
          </a:r>
        </a:p>
      </dgm:t>
    </dgm:pt>
    <dgm:pt modelId="{3889A15D-9BC5-413D-839C-BDEF1D8BD39F}" type="parTrans" cxnId="{5C9CFCB5-6B42-4D66-A0FE-5B63E73DF0A6}">
      <dgm:prSet/>
      <dgm:spPr/>
      <dgm:t>
        <a:bodyPr/>
        <a:lstStyle/>
        <a:p>
          <a:endParaRPr lang="fr-FR"/>
        </a:p>
      </dgm:t>
    </dgm:pt>
    <dgm:pt modelId="{C49EFFE8-810C-4DC1-AE2C-1B40B5C29BD0}" type="sibTrans" cxnId="{5C9CFCB5-6B42-4D66-A0FE-5B63E73DF0A6}">
      <dgm:prSet/>
      <dgm:spPr/>
      <dgm:t>
        <a:bodyPr/>
        <a:lstStyle/>
        <a:p>
          <a:endParaRPr lang="fr-FR"/>
        </a:p>
      </dgm:t>
    </dgm:pt>
    <dgm:pt modelId="{E74CD3C2-C7AF-4F2F-AB62-AA250B69C96C}">
      <dgm:prSet phldrT="[Texte]" custT="1"/>
      <dgm:spPr/>
      <dgm:t>
        <a:bodyPr/>
        <a:lstStyle/>
        <a:p>
          <a:r>
            <a:rPr lang="fr-FR" sz="1400" b="1" dirty="0"/>
            <a:t>TLV</a:t>
          </a:r>
        </a:p>
      </dgm:t>
    </dgm:pt>
    <dgm:pt modelId="{48B34550-C968-4F40-B628-0D501249BDE8}" type="parTrans" cxnId="{4AE87908-944E-4C89-8CEF-485CA63F6E75}">
      <dgm:prSet/>
      <dgm:spPr/>
      <dgm:t>
        <a:bodyPr/>
        <a:lstStyle/>
        <a:p>
          <a:endParaRPr lang="fr-FR"/>
        </a:p>
      </dgm:t>
    </dgm:pt>
    <dgm:pt modelId="{63A5D5FB-DF2D-498A-894D-A7F4D8DD35B7}" type="sibTrans" cxnId="{4AE87908-944E-4C89-8CEF-485CA63F6E75}">
      <dgm:prSet/>
      <dgm:spPr/>
      <dgm:t>
        <a:bodyPr/>
        <a:lstStyle/>
        <a:p>
          <a:endParaRPr lang="fr-FR"/>
        </a:p>
      </dgm:t>
    </dgm:pt>
    <dgm:pt modelId="{3C3D7D08-C648-4054-AD2A-6BF33F46EC6E}">
      <dgm:prSet phldrT="[Texte]" custT="1"/>
      <dgm:spPr/>
      <dgm:t>
        <a:bodyPr/>
        <a:lstStyle/>
        <a:p>
          <a:r>
            <a:rPr lang="fr-FR" sz="1400" b="1" dirty="0"/>
            <a:t>TLV</a:t>
          </a:r>
        </a:p>
      </dgm:t>
    </dgm:pt>
    <dgm:pt modelId="{D645C700-D26D-4FB7-8A60-B6E23C74F953}" type="parTrans" cxnId="{46B0C8BF-3979-40E7-A780-FB69CB55DC97}">
      <dgm:prSet/>
      <dgm:spPr/>
      <dgm:t>
        <a:bodyPr/>
        <a:lstStyle/>
        <a:p>
          <a:endParaRPr lang="fr-FR"/>
        </a:p>
      </dgm:t>
    </dgm:pt>
    <dgm:pt modelId="{F55572B2-15D4-4F2F-9D61-D71A169D0076}" type="sibTrans" cxnId="{46B0C8BF-3979-40E7-A780-FB69CB55DC97}">
      <dgm:prSet/>
      <dgm:spPr/>
      <dgm:t>
        <a:bodyPr/>
        <a:lstStyle/>
        <a:p>
          <a:endParaRPr lang="fr-FR"/>
        </a:p>
      </dgm:t>
    </dgm:pt>
    <dgm:pt modelId="{5BE77C90-3BCC-4758-9406-EAED48FA5B00}">
      <dgm:prSet phldrT="[Texte]"/>
      <dgm:spPr/>
      <dgm:t>
        <a:bodyPr/>
        <a:lstStyle/>
        <a:p>
          <a:r>
            <a:rPr lang="fr-F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Avril 2026</a:t>
          </a:r>
          <a:endParaRPr lang="fr-FR" dirty="0">
            <a:solidFill>
              <a:schemeClr val="bg1"/>
            </a:solidFill>
          </a:endParaRPr>
        </a:p>
      </dgm:t>
    </dgm:pt>
    <dgm:pt modelId="{D0CDB0EC-EF93-49E1-8390-B36345927AE1}" type="parTrans" cxnId="{13764171-B0CB-4E8E-9EB1-B24293A00023}">
      <dgm:prSet/>
      <dgm:spPr/>
      <dgm:t>
        <a:bodyPr/>
        <a:lstStyle/>
        <a:p>
          <a:endParaRPr lang="fr-FR"/>
        </a:p>
      </dgm:t>
    </dgm:pt>
    <dgm:pt modelId="{2899593E-F64F-4A1B-A132-FB129F2B958D}" type="sibTrans" cxnId="{13764171-B0CB-4E8E-9EB1-B24293A00023}">
      <dgm:prSet/>
      <dgm:spPr/>
      <dgm:t>
        <a:bodyPr/>
        <a:lstStyle/>
        <a:p>
          <a:endParaRPr lang="fr-FR"/>
        </a:p>
      </dgm:t>
    </dgm:pt>
    <dgm:pt modelId="{BE45E940-8C90-489D-B494-01DB07C08DA0}">
      <dgm:prSet phldrT="[Texte]" custT="1"/>
      <dgm:spPr/>
      <dgm:t>
        <a:bodyPr/>
        <a:lstStyle/>
        <a:p>
          <a:r>
            <a:rPr lang="fr-FR" sz="1400" b="1" dirty="0"/>
            <a:t>CM Leasing</a:t>
          </a:r>
        </a:p>
      </dgm:t>
    </dgm:pt>
    <dgm:pt modelId="{DF9334EB-2F9F-4D89-A135-EBE1DE996667}" type="parTrans" cxnId="{B450B608-AE23-4A17-9542-2667473A5FC9}">
      <dgm:prSet/>
      <dgm:spPr/>
      <dgm:t>
        <a:bodyPr/>
        <a:lstStyle/>
        <a:p>
          <a:endParaRPr lang="fr-FR"/>
        </a:p>
      </dgm:t>
    </dgm:pt>
    <dgm:pt modelId="{CC05CF82-6687-4FF1-8DE8-26FC805B8D1F}" type="sibTrans" cxnId="{B450B608-AE23-4A17-9542-2667473A5FC9}">
      <dgm:prSet/>
      <dgm:spPr/>
      <dgm:t>
        <a:bodyPr/>
        <a:lstStyle/>
        <a:p>
          <a:endParaRPr lang="fr-FR"/>
        </a:p>
      </dgm:t>
    </dgm:pt>
    <dgm:pt modelId="{730FA1D1-B754-4D93-9B87-52FBFE0C929E}">
      <dgm:prSet phldrT="[Texte]" custT="1"/>
      <dgm:spPr/>
      <dgm:t>
        <a:bodyPr/>
        <a:lstStyle/>
        <a:p>
          <a:r>
            <a:rPr lang="fr-FR" sz="1400" b="1" dirty="0"/>
            <a:t>GLF</a:t>
          </a:r>
        </a:p>
      </dgm:t>
    </dgm:pt>
    <dgm:pt modelId="{43220603-780B-44BD-80CA-EA774DBB6692}" type="parTrans" cxnId="{973E75C2-78F2-4205-A9FD-AE06D14E4FE2}">
      <dgm:prSet/>
      <dgm:spPr/>
      <dgm:t>
        <a:bodyPr/>
        <a:lstStyle/>
        <a:p>
          <a:endParaRPr lang="fr-FR"/>
        </a:p>
      </dgm:t>
    </dgm:pt>
    <dgm:pt modelId="{C2D0FEF1-CA41-4F78-A507-566497FC8DFB}" type="sibTrans" cxnId="{973E75C2-78F2-4205-A9FD-AE06D14E4FE2}">
      <dgm:prSet/>
      <dgm:spPr/>
      <dgm:t>
        <a:bodyPr/>
        <a:lstStyle/>
        <a:p>
          <a:endParaRPr lang="fr-FR"/>
        </a:p>
      </dgm:t>
    </dgm:pt>
    <dgm:pt modelId="{84AFF806-9615-46D8-B16C-0F4778FA90CE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Google leads</a:t>
          </a:r>
        </a:p>
      </dgm:t>
    </dgm:pt>
    <dgm:pt modelId="{D6080114-FDEC-4492-99C0-62DC06E0AD0C}" type="parTrans" cxnId="{9BAF9568-C4D4-4D1E-9471-5E27E9E6CD7E}">
      <dgm:prSet/>
      <dgm:spPr/>
      <dgm:t>
        <a:bodyPr/>
        <a:lstStyle/>
        <a:p>
          <a:endParaRPr lang="fr-FR"/>
        </a:p>
      </dgm:t>
    </dgm:pt>
    <dgm:pt modelId="{F437FFE3-838B-494C-893B-184F0B4671DC}" type="sibTrans" cxnId="{9BAF9568-C4D4-4D1E-9471-5E27E9E6CD7E}">
      <dgm:prSet/>
      <dgm:spPr/>
      <dgm:t>
        <a:bodyPr/>
        <a:lstStyle/>
        <a:p>
          <a:endParaRPr lang="fr-FR"/>
        </a:p>
      </dgm:t>
    </dgm:pt>
    <dgm:pt modelId="{52FF8FCD-EA55-4742-B4B9-10152A9D48B0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Groupe La Française</a:t>
          </a:r>
        </a:p>
      </dgm:t>
    </dgm:pt>
    <dgm:pt modelId="{77063694-6518-4106-9A10-5609B93018F4}" type="parTrans" cxnId="{1368ABF9-A98D-4F56-9EED-61DF3660168A}">
      <dgm:prSet/>
      <dgm:spPr/>
      <dgm:t>
        <a:bodyPr/>
        <a:lstStyle/>
        <a:p>
          <a:endParaRPr lang="fr-FR"/>
        </a:p>
      </dgm:t>
    </dgm:pt>
    <dgm:pt modelId="{3FBEDEE4-1225-43B1-A7F7-E5DB409C9671}" type="sibTrans" cxnId="{1368ABF9-A98D-4F56-9EED-61DF3660168A}">
      <dgm:prSet/>
      <dgm:spPr/>
      <dgm:t>
        <a:bodyPr/>
        <a:lstStyle/>
        <a:p>
          <a:endParaRPr lang="fr-FR"/>
        </a:p>
      </dgm:t>
    </dgm:pt>
    <dgm:pt modelId="{53168E55-3555-47AC-BC87-24A4434C52D6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EBRA PRESSE</a:t>
          </a:r>
        </a:p>
      </dgm:t>
    </dgm:pt>
    <dgm:pt modelId="{9D1C9054-19C1-417D-8B03-8654BBD888C1}" type="parTrans" cxnId="{2A9080EE-98E6-4679-931F-07750756B70F}">
      <dgm:prSet/>
      <dgm:spPr/>
      <dgm:t>
        <a:bodyPr/>
        <a:lstStyle/>
        <a:p>
          <a:endParaRPr lang="fr-FR"/>
        </a:p>
      </dgm:t>
    </dgm:pt>
    <dgm:pt modelId="{6107A783-46BE-4CDC-BAFD-BBA2673465C8}" type="sibTrans" cxnId="{2A9080EE-98E6-4679-931F-07750756B70F}">
      <dgm:prSet/>
      <dgm:spPr/>
      <dgm:t>
        <a:bodyPr/>
        <a:lstStyle/>
        <a:p>
          <a:endParaRPr lang="fr-FR"/>
        </a:p>
      </dgm:t>
    </dgm:pt>
    <dgm:pt modelId="{5746C1F7-64C3-4466-8298-7D4B41FECA2C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AFEDIM</a:t>
          </a:r>
        </a:p>
      </dgm:t>
    </dgm:pt>
    <dgm:pt modelId="{4897A54F-EFF6-4FBA-9529-C4BA54B18694}" type="parTrans" cxnId="{C7156A90-78AD-48CE-8EBB-29272982298B}">
      <dgm:prSet/>
      <dgm:spPr/>
      <dgm:t>
        <a:bodyPr/>
        <a:lstStyle/>
        <a:p>
          <a:endParaRPr lang="fr-FR"/>
        </a:p>
      </dgm:t>
    </dgm:pt>
    <dgm:pt modelId="{8268BE43-AA8A-47C7-832F-2F683D123303}" type="sibTrans" cxnId="{C7156A90-78AD-48CE-8EBB-29272982298B}">
      <dgm:prSet/>
      <dgm:spPr/>
      <dgm:t>
        <a:bodyPr/>
        <a:lstStyle/>
        <a:p>
          <a:endParaRPr lang="fr-FR"/>
        </a:p>
      </dgm:t>
    </dgm:pt>
    <dgm:pt modelId="{9CBA0941-9249-4C22-84C2-B210D533C886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FACTO</a:t>
          </a:r>
        </a:p>
      </dgm:t>
    </dgm:pt>
    <dgm:pt modelId="{A367BF73-E7DB-4082-A930-ABEC8A1180BA}" type="parTrans" cxnId="{39F395AB-FA0D-4498-985E-FFF99CDE2079}">
      <dgm:prSet/>
      <dgm:spPr/>
      <dgm:t>
        <a:bodyPr/>
        <a:lstStyle/>
        <a:p>
          <a:endParaRPr lang="fr-FR"/>
        </a:p>
      </dgm:t>
    </dgm:pt>
    <dgm:pt modelId="{7890E876-2C94-4E65-8ED9-64BBD968EA81}" type="sibTrans" cxnId="{39F395AB-FA0D-4498-985E-FFF99CDE2079}">
      <dgm:prSet/>
      <dgm:spPr/>
      <dgm:t>
        <a:bodyPr/>
        <a:lstStyle/>
        <a:p>
          <a:endParaRPr lang="fr-FR"/>
        </a:p>
      </dgm:t>
    </dgm:pt>
    <dgm:pt modelId="{9EA73F6C-7758-4A30-9153-0F129B46FF32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Accessibilité</a:t>
          </a:r>
        </a:p>
      </dgm:t>
    </dgm:pt>
    <dgm:pt modelId="{FC37A38D-1449-4C12-8AA6-9FB17967F06B}" type="parTrans" cxnId="{C5D33DFB-C366-4B5C-9BD0-985D2FF2176C}">
      <dgm:prSet/>
      <dgm:spPr/>
      <dgm:t>
        <a:bodyPr/>
        <a:lstStyle/>
        <a:p>
          <a:endParaRPr lang="fr-FR"/>
        </a:p>
      </dgm:t>
    </dgm:pt>
    <dgm:pt modelId="{E7406521-6C7F-4479-9D0E-99F665584CEC}" type="sibTrans" cxnId="{C5D33DFB-C366-4B5C-9BD0-985D2FF2176C}">
      <dgm:prSet/>
      <dgm:spPr/>
      <dgm:t>
        <a:bodyPr/>
        <a:lstStyle/>
        <a:p>
          <a:endParaRPr lang="fr-FR"/>
        </a:p>
      </dgm:t>
    </dgm:pt>
    <dgm:pt modelId="{71502C2B-C610-4813-80F4-61B8AB628818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DAC</a:t>
          </a:r>
        </a:p>
      </dgm:t>
    </dgm:pt>
    <dgm:pt modelId="{786C242C-F0F2-4C5B-92DC-DF2CAD8C78CD}" type="parTrans" cxnId="{E53570B5-2EF9-4AE9-8278-B3C7ECF89377}">
      <dgm:prSet/>
      <dgm:spPr/>
      <dgm:t>
        <a:bodyPr/>
        <a:lstStyle/>
        <a:p>
          <a:endParaRPr lang="fr-FR"/>
        </a:p>
      </dgm:t>
    </dgm:pt>
    <dgm:pt modelId="{3706CAE8-8CD1-48C8-955D-790A2DAE7145}" type="sibTrans" cxnId="{E53570B5-2EF9-4AE9-8278-B3C7ECF89377}">
      <dgm:prSet/>
      <dgm:spPr/>
      <dgm:t>
        <a:bodyPr/>
        <a:lstStyle/>
        <a:p>
          <a:endParaRPr lang="fr-FR"/>
        </a:p>
      </dgm:t>
    </dgm:pt>
    <dgm:pt modelId="{74782CDC-46B3-4CC4-8857-925B22AB4838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BYTEL</a:t>
          </a:r>
        </a:p>
      </dgm:t>
    </dgm:pt>
    <dgm:pt modelId="{32B663E0-84AA-4729-A0F3-8280A1E9BA6E}" type="parTrans" cxnId="{045359A0-B18F-48F8-AC48-DD8AC841997E}">
      <dgm:prSet/>
      <dgm:spPr/>
      <dgm:t>
        <a:bodyPr/>
        <a:lstStyle/>
        <a:p>
          <a:endParaRPr lang="fr-FR"/>
        </a:p>
      </dgm:t>
    </dgm:pt>
    <dgm:pt modelId="{0BEA2AA7-3511-4D7E-927F-25AD68ED2BA1}" type="sibTrans" cxnId="{045359A0-B18F-48F8-AC48-DD8AC841997E}">
      <dgm:prSet/>
      <dgm:spPr/>
      <dgm:t>
        <a:bodyPr/>
        <a:lstStyle/>
        <a:p>
          <a:endParaRPr lang="fr-FR"/>
        </a:p>
      </dgm:t>
    </dgm:pt>
    <dgm:pt modelId="{5068F8B8-903B-4B1D-B1BC-56A5059F56EE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CM leasing</a:t>
          </a:r>
        </a:p>
      </dgm:t>
    </dgm:pt>
    <dgm:pt modelId="{351DDB54-06BC-4928-BBA3-A6592558E320}" type="sibTrans" cxnId="{BBB6053A-1369-4C16-B797-5AE7ABAEECEE}">
      <dgm:prSet/>
      <dgm:spPr/>
      <dgm:t>
        <a:bodyPr/>
        <a:lstStyle/>
        <a:p>
          <a:endParaRPr lang="fr-FR"/>
        </a:p>
      </dgm:t>
    </dgm:pt>
    <dgm:pt modelId="{75B0017C-6364-402A-93E6-047411DC99F9}" type="parTrans" cxnId="{BBB6053A-1369-4C16-B797-5AE7ABAEECEE}">
      <dgm:prSet/>
      <dgm:spPr/>
      <dgm:t>
        <a:bodyPr/>
        <a:lstStyle/>
        <a:p>
          <a:endParaRPr lang="fr-FR"/>
        </a:p>
      </dgm:t>
    </dgm:pt>
    <dgm:pt modelId="{72911C57-2DF8-47DC-AFA7-3F644E37E0E6}" type="pres">
      <dgm:prSet presAssocID="{CD6DDA4D-6928-42CF-9603-8FFF4F033A0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564626-874F-4A84-8FA3-E0C10006DFC6}" type="pres">
      <dgm:prSet presAssocID="{2420AA8F-D7BF-42FD-8B9A-7C28351FA25E}" presName="root" presStyleCnt="0"/>
      <dgm:spPr/>
    </dgm:pt>
    <dgm:pt modelId="{8EA5B1A4-084F-43CD-9C41-5C4C4B1527E2}" type="pres">
      <dgm:prSet presAssocID="{2420AA8F-D7BF-42FD-8B9A-7C28351FA25E}" presName="rootComposite" presStyleCnt="0"/>
      <dgm:spPr/>
    </dgm:pt>
    <dgm:pt modelId="{FB9ED754-B352-4F7F-9446-4CF345D7E1AB}" type="pres">
      <dgm:prSet presAssocID="{2420AA8F-D7BF-42FD-8B9A-7C28351FA25E}" presName="rootText" presStyleLbl="node1" presStyleIdx="0" presStyleCnt="3" custScaleX="219978" custScaleY="116246"/>
      <dgm:spPr/>
    </dgm:pt>
    <dgm:pt modelId="{84801968-80CB-4AEB-ADA8-72B0444A0D0B}" type="pres">
      <dgm:prSet presAssocID="{2420AA8F-D7BF-42FD-8B9A-7C28351FA25E}" presName="rootConnector" presStyleLbl="node1" presStyleIdx="0" presStyleCnt="3"/>
      <dgm:spPr/>
    </dgm:pt>
    <dgm:pt modelId="{485E4875-3F0E-4A37-BB29-9868674C980F}" type="pres">
      <dgm:prSet presAssocID="{2420AA8F-D7BF-42FD-8B9A-7C28351FA25E}" presName="childShape" presStyleCnt="0"/>
      <dgm:spPr/>
    </dgm:pt>
    <dgm:pt modelId="{79F7C911-B5B4-4600-93FC-F42DB1495E8C}" type="pres">
      <dgm:prSet presAssocID="{4A304235-546E-41C5-A1B3-CFFF6656B7D2}" presName="Name13" presStyleLbl="parChTrans1D2" presStyleIdx="0" presStyleCnt="17"/>
      <dgm:spPr/>
    </dgm:pt>
    <dgm:pt modelId="{1AEE0CB6-EA78-45D1-BA75-C953234E71C8}" type="pres">
      <dgm:prSet presAssocID="{C08DDEC1-59D1-4958-B43A-ABF0519F5E94}" presName="childText" presStyleLbl="bgAcc1" presStyleIdx="0" presStyleCnt="17" custScaleX="221739" custScaleY="94699">
        <dgm:presLayoutVars>
          <dgm:bulletEnabled val="1"/>
        </dgm:presLayoutVars>
      </dgm:prSet>
      <dgm:spPr/>
    </dgm:pt>
    <dgm:pt modelId="{B0E9E193-B312-4A9A-AA07-019BF9E5B11C}" type="pres">
      <dgm:prSet presAssocID="{F2616071-E8B2-479A-BC73-E1937694FEEE}" presName="Name13" presStyleLbl="parChTrans1D2" presStyleIdx="1" presStyleCnt="17"/>
      <dgm:spPr/>
    </dgm:pt>
    <dgm:pt modelId="{EC66E143-9C11-4917-B905-BD20ADF06A80}" type="pres">
      <dgm:prSet presAssocID="{C031E06B-E3F3-4425-903E-5FDA2FB80E88}" presName="childText" presStyleLbl="bgAcc1" presStyleIdx="1" presStyleCnt="17" custScaleX="195801" custScaleY="115381">
        <dgm:presLayoutVars>
          <dgm:bulletEnabled val="1"/>
        </dgm:presLayoutVars>
      </dgm:prSet>
      <dgm:spPr/>
    </dgm:pt>
    <dgm:pt modelId="{5B8B19C0-4195-468A-8C39-85B3F92B5CAF}" type="pres">
      <dgm:prSet presAssocID="{D645C700-D26D-4FB7-8A60-B6E23C74F953}" presName="Name13" presStyleLbl="parChTrans1D2" presStyleIdx="2" presStyleCnt="17"/>
      <dgm:spPr/>
    </dgm:pt>
    <dgm:pt modelId="{3C79F7B5-830B-4F84-9197-C7963489541A}" type="pres">
      <dgm:prSet presAssocID="{3C3D7D08-C648-4054-AD2A-6BF33F46EC6E}" presName="childText" presStyleLbl="bgAcc1" presStyleIdx="2" presStyleCnt="17" custScaleX="202403" custScaleY="114160">
        <dgm:presLayoutVars>
          <dgm:bulletEnabled val="1"/>
        </dgm:presLayoutVars>
      </dgm:prSet>
      <dgm:spPr/>
    </dgm:pt>
    <dgm:pt modelId="{196D308E-627A-4C8D-927D-CB188B176492}" type="pres">
      <dgm:prSet presAssocID="{02E38034-0F17-45B7-B6D6-DA358197D9DF}" presName="root" presStyleCnt="0"/>
      <dgm:spPr/>
    </dgm:pt>
    <dgm:pt modelId="{C9CFF1E6-44F5-43D1-BDF7-2A69227E4340}" type="pres">
      <dgm:prSet presAssocID="{02E38034-0F17-45B7-B6D6-DA358197D9DF}" presName="rootComposite" presStyleCnt="0"/>
      <dgm:spPr/>
    </dgm:pt>
    <dgm:pt modelId="{3D6324D5-695E-45BC-B593-27E909C1D21D}" type="pres">
      <dgm:prSet presAssocID="{02E38034-0F17-45B7-B6D6-DA358197D9DF}" presName="rootText" presStyleLbl="node1" presStyleIdx="1" presStyleCnt="3" custScaleX="220998" custScaleY="125913"/>
      <dgm:spPr/>
    </dgm:pt>
    <dgm:pt modelId="{9E273B94-E0BB-4B16-BD54-CBA3892EBFCA}" type="pres">
      <dgm:prSet presAssocID="{02E38034-0F17-45B7-B6D6-DA358197D9DF}" presName="rootConnector" presStyleLbl="node1" presStyleIdx="1" presStyleCnt="3"/>
      <dgm:spPr/>
    </dgm:pt>
    <dgm:pt modelId="{56E33D25-357A-406B-B3CC-0CC48C21840F}" type="pres">
      <dgm:prSet presAssocID="{02E38034-0F17-45B7-B6D6-DA358197D9DF}" presName="childShape" presStyleCnt="0"/>
      <dgm:spPr/>
    </dgm:pt>
    <dgm:pt modelId="{1E1FAF9C-E8A5-4597-8D4B-B923A0F0E29D}" type="pres">
      <dgm:prSet presAssocID="{C7752EE5-3032-4E02-9AB3-772921A19D5C}" presName="Name13" presStyleLbl="parChTrans1D2" presStyleIdx="3" presStyleCnt="17"/>
      <dgm:spPr/>
    </dgm:pt>
    <dgm:pt modelId="{CF7F67B6-F1FF-4816-9DEE-DD902332C69C}" type="pres">
      <dgm:prSet presAssocID="{AAE028CD-A0AB-4EF2-9302-3852B58CEC2D}" presName="childText" presStyleLbl="bgAcc1" presStyleIdx="3" presStyleCnt="17" custScaleX="209353" custScaleY="115407">
        <dgm:presLayoutVars>
          <dgm:bulletEnabled val="1"/>
        </dgm:presLayoutVars>
      </dgm:prSet>
      <dgm:spPr/>
    </dgm:pt>
    <dgm:pt modelId="{43BB6FF2-C578-4166-A3FF-272905BA37A3}" type="pres">
      <dgm:prSet presAssocID="{3889A15D-9BC5-413D-839C-BDEF1D8BD39F}" presName="Name13" presStyleLbl="parChTrans1D2" presStyleIdx="4" presStyleCnt="17"/>
      <dgm:spPr/>
    </dgm:pt>
    <dgm:pt modelId="{FF98EC3B-FA01-4055-A980-696212FAE985}" type="pres">
      <dgm:prSet presAssocID="{941BCCA1-FCBD-48A8-90E0-4E02A91E4F8E}" presName="childText" presStyleLbl="bgAcc1" presStyleIdx="4" presStyleCnt="17" custScaleX="188825">
        <dgm:presLayoutVars>
          <dgm:bulletEnabled val="1"/>
        </dgm:presLayoutVars>
      </dgm:prSet>
      <dgm:spPr/>
    </dgm:pt>
    <dgm:pt modelId="{94E48346-CF0B-4195-AFCC-B27C041085FC}" type="pres">
      <dgm:prSet presAssocID="{48B34550-C968-4F40-B628-0D501249BDE8}" presName="Name13" presStyleLbl="parChTrans1D2" presStyleIdx="5" presStyleCnt="17"/>
      <dgm:spPr/>
    </dgm:pt>
    <dgm:pt modelId="{1CC8FD3B-1878-4277-8E73-72FB6D727D24}" type="pres">
      <dgm:prSet presAssocID="{E74CD3C2-C7AF-4F2F-AB62-AA250B69C96C}" presName="childText" presStyleLbl="bgAcc1" presStyleIdx="5" presStyleCnt="17" custScaleX="209081">
        <dgm:presLayoutVars>
          <dgm:bulletEnabled val="1"/>
        </dgm:presLayoutVars>
      </dgm:prSet>
      <dgm:spPr/>
    </dgm:pt>
    <dgm:pt modelId="{81957D91-17BD-4F13-9AC7-D2E01183D40E}" type="pres">
      <dgm:prSet presAssocID="{DF9334EB-2F9F-4D89-A135-EBE1DE996667}" presName="Name13" presStyleLbl="parChTrans1D2" presStyleIdx="6" presStyleCnt="17"/>
      <dgm:spPr/>
    </dgm:pt>
    <dgm:pt modelId="{46734991-E498-4DA1-B9D0-B24E59C666D3}" type="pres">
      <dgm:prSet presAssocID="{BE45E940-8C90-489D-B494-01DB07C08DA0}" presName="childText" presStyleLbl="bgAcc1" presStyleIdx="6" presStyleCnt="17" custScaleX="218528">
        <dgm:presLayoutVars>
          <dgm:bulletEnabled val="1"/>
        </dgm:presLayoutVars>
      </dgm:prSet>
      <dgm:spPr/>
    </dgm:pt>
    <dgm:pt modelId="{B7431097-9BC1-4BA4-ADA8-E727AEE2AFFF}" type="pres">
      <dgm:prSet presAssocID="{43220603-780B-44BD-80CA-EA774DBB6692}" presName="Name13" presStyleLbl="parChTrans1D2" presStyleIdx="7" presStyleCnt="17"/>
      <dgm:spPr/>
    </dgm:pt>
    <dgm:pt modelId="{6314D24B-B0EE-49C7-999F-2A2411DBCC84}" type="pres">
      <dgm:prSet presAssocID="{730FA1D1-B754-4D93-9B87-52FBFE0C929E}" presName="childText" presStyleLbl="bgAcc1" presStyleIdx="7" presStyleCnt="17" custScaleX="200240">
        <dgm:presLayoutVars>
          <dgm:bulletEnabled val="1"/>
        </dgm:presLayoutVars>
      </dgm:prSet>
      <dgm:spPr/>
    </dgm:pt>
    <dgm:pt modelId="{FAE04106-021F-4FFA-A402-BD2E6946D8F9}" type="pres">
      <dgm:prSet presAssocID="{5BE77C90-3BCC-4758-9406-EAED48FA5B00}" presName="root" presStyleCnt="0"/>
      <dgm:spPr/>
    </dgm:pt>
    <dgm:pt modelId="{B285FE8D-DC2F-4E91-AFE7-F44A0FE2956B}" type="pres">
      <dgm:prSet presAssocID="{5BE77C90-3BCC-4758-9406-EAED48FA5B00}" presName="rootComposite" presStyleCnt="0"/>
      <dgm:spPr/>
    </dgm:pt>
    <dgm:pt modelId="{F05B77CC-20FA-4368-9A2B-107D9D746ADF}" type="pres">
      <dgm:prSet presAssocID="{5BE77C90-3BCC-4758-9406-EAED48FA5B00}" presName="rootText" presStyleLbl="node1" presStyleIdx="2" presStyleCnt="3" custScaleX="283498" custScaleY="121172" custLinFactNeighborX="3589" custLinFactNeighborY="-1667"/>
      <dgm:spPr/>
    </dgm:pt>
    <dgm:pt modelId="{F96E063E-746E-4021-AD35-550592508F82}" type="pres">
      <dgm:prSet presAssocID="{5BE77C90-3BCC-4758-9406-EAED48FA5B00}" presName="rootConnector" presStyleLbl="node1" presStyleIdx="2" presStyleCnt="3"/>
      <dgm:spPr/>
    </dgm:pt>
    <dgm:pt modelId="{2199E2F6-B607-4B6B-B718-35CD637398FC}" type="pres">
      <dgm:prSet presAssocID="{5BE77C90-3BCC-4758-9406-EAED48FA5B00}" presName="childShape" presStyleCnt="0"/>
      <dgm:spPr/>
    </dgm:pt>
    <dgm:pt modelId="{9A470F16-F536-4EB2-8C4D-42CA41852037}" type="pres">
      <dgm:prSet presAssocID="{D6080114-FDEC-4492-99C0-62DC06E0AD0C}" presName="Name13" presStyleLbl="parChTrans1D2" presStyleIdx="8" presStyleCnt="17"/>
      <dgm:spPr/>
    </dgm:pt>
    <dgm:pt modelId="{398DED0B-4796-4C4E-AF96-EC7B321C1AC5}" type="pres">
      <dgm:prSet presAssocID="{84AFF806-9615-46D8-B16C-0F4778FA90CE}" presName="childText" presStyleLbl="bgAcc1" presStyleIdx="8" presStyleCnt="17" custScaleX="936044" custScaleY="109752">
        <dgm:presLayoutVars>
          <dgm:bulletEnabled val="1"/>
        </dgm:presLayoutVars>
      </dgm:prSet>
      <dgm:spPr>
        <a:xfrm>
          <a:off x="5469173" y="772753"/>
          <a:ext cx="984354" cy="615221"/>
        </a:xfrm>
        <a:prstGeom prst="roundRect">
          <a:avLst>
            <a:gd name="adj" fmla="val 10000"/>
          </a:avLst>
        </a:prstGeom>
      </dgm:spPr>
    </dgm:pt>
    <dgm:pt modelId="{0ABA6B60-E08F-4189-B4FE-1116BFD8A27E}" type="pres">
      <dgm:prSet presAssocID="{77063694-6518-4106-9A10-5609B93018F4}" presName="Name13" presStyleLbl="parChTrans1D2" presStyleIdx="9" presStyleCnt="17"/>
      <dgm:spPr/>
    </dgm:pt>
    <dgm:pt modelId="{78405CAA-86CF-4C8C-94CA-B88F219130D6}" type="pres">
      <dgm:prSet presAssocID="{52FF8FCD-EA55-4742-B4B9-10152A9D48B0}" presName="childText" presStyleLbl="bgAcc1" presStyleIdx="9" presStyleCnt="17" custScaleX="1045923" custScaleY="90337">
        <dgm:presLayoutVars>
          <dgm:bulletEnabled val="1"/>
        </dgm:presLayoutVars>
      </dgm:prSet>
      <dgm:spPr>
        <a:xfrm>
          <a:off x="5071221" y="1016584"/>
          <a:ext cx="649237" cy="405773"/>
        </a:xfrm>
        <a:prstGeom prst="roundRect">
          <a:avLst>
            <a:gd name="adj" fmla="val 10000"/>
          </a:avLst>
        </a:prstGeom>
      </dgm:spPr>
    </dgm:pt>
    <dgm:pt modelId="{02022244-91D1-4103-82A2-E19224EBF39D}" type="pres">
      <dgm:prSet presAssocID="{9D1C9054-19C1-417D-8B03-8654BBD888C1}" presName="Name13" presStyleLbl="parChTrans1D2" presStyleIdx="10" presStyleCnt="17"/>
      <dgm:spPr/>
    </dgm:pt>
    <dgm:pt modelId="{D96EB2CD-CDA8-4C03-8803-5844C684228B}" type="pres">
      <dgm:prSet presAssocID="{53168E55-3555-47AC-BC87-24A4434C52D6}" presName="childText" presStyleLbl="bgAcc1" presStyleIdx="10" presStyleCnt="17" custScaleX="941519" custScaleY="97282">
        <dgm:presLayoutVars>
          <dgm:bulletEnabled val="1"/>
        </dgm:presLayoutVars>
      </dgm:prSet>
      <dgm:spPr>
        <a:xfrm>
          <a:off x="5071221" y="1523801"/>
          <a:ext cx="649237" cy="405773"/>
        </a:xfrm>
        <a:prstGeom prst="roundRect">
          <a:avLst>
            <a:gd name="adj" fmla="val 10000"/>
          </a:avLst>
        </a:prstGeom>
      </dgm:spPr>
    </dgm:pt>
    <dgm:pt modelId="{81A44133-DC2B-43D3-8AA3-AA05A669C1D2}" type="pres">
      <dgm:prSet presAssocID="{75B0017C-6364-402A-93E6-047411DC99F9}" presName="Name13" presStyleLbl="parChTrans1D2" presStyleIdx="11" presStyleCnt="17"/>
      <dgm:spPr/>
    </dgm:pt>
    <dgm:pt modelId="{1CEB3EA0-DA2B-4528-A6FF-BDAB553F0C98}" type="pres">
      <dgm:prSet presAssocID="{5068F8B8-903B-4B1D-B1BC-56A5059F56EE}" presName="childText" presStyleLbl="bgAcc1" presStyleIdx="11" presStyleCnt="17" custScaleX="473899" custScaleY="107064">
        <dgm:presLayoutVars>
          <dgm:bulletEnabled val="1"/>
        </dgm:presLayoutVars>
      </dgm:prSet>
      <dgm:spPr>
        <a:xfrm>
          <a:off x="5071221" y="2031017"/>
          <a:ext cx="649237" cy="405773"/>
        </a:xfrm>
        <a:prstGeom prst="roundRect">
          <a:avLst>
            <a:gd name="adj" fmla="val 10000"/>
          </a:avLst>
        </a:prstGeom>
      </dgm:spPr>
    </dgm:pt>
    <dgm:pt modelId="{6A6C3369-67E6-4F60-BB5B-5D6E40297361}" type="pres">
      <dgm:prSet presAssocID="{4897A54F-EFF6-4FBA-9529-C4BA54B18694}" presName="Name13" presStyleLbl="parChTrans1D2" presStyleIdx="12" presStyleCnt="17"/>
      <dgm:spPr/>
    </dgm:pt>
    <dgm:pt modelId="{F8860EA7-2789-4A29-BCCE-3E8209A23EE7}" type="pres">
      <dgm:prSet presAssocID="{5746C1F7-64C3-4466-8298-7D4B41FECA2C}" presName="childText" presStyleLbl="bgAcc1" presStyleIdx="12" presStyleCnt="17" custScaleX="301808" custScaleY="103935">
        <dgm:presLayoutVars>
          <dgm:bulletEnabled val="1"/>
        </dgm:presLayoutVars>
      </dgm:prSet>
      <dgm:spPr>
        <a:xfrm>
          <a:off x="5071221" y="2538234"/>
          <a:ext cx="649237" cy="405773"/>
        </a:xfrm>
        <a:prstGeom prst="roundRect">
          <a:avLst>
            <a:gd name="adj" fmla="val 10000"/>
          </a:avLst>
        </a:prstGeom>
      </dgm:spPr>
    </dgm:pt>
    <dgm:pt modelId="{2169BEC7-3976-4C57-8951-372D467CE494}" type="pres">
      <dgm:prSet presAssocID="{A367BF73-E7DB-4082-A930-ABEC8A1180BA}" presName="Name13" presStyleLbl="parChTrans1D2" presStyleIdx="13" presStyleCnt="17"/>
      <dgm:spPr/>
    </dgm:pt>
    <dgm:pt modelId="{1BDDF550-102D-4636-A3C2-3AC0EC9BF925}" type="pres">
      <dgm:prSet presAssocID="{9CBA0941-9249-4C22-84C2-B210D533C886}" presName="childText" presStyleLbl="bgAcc1" presStyleIdx="13" presStyleCnt="17" custScaleX="232844" custScaleY="99414">
        <dgm:presLayoutVars>
          <dgm:bulletEnabled val="1"/>
        </dgm:presLayoutVars>
      </dgm:prSet>
      <dgm:spPr>
        <a:xfrm>
          <a:off x="5071221" y="3045451"/>
          <a:ext cx="649237" cy="405773"/>
        </a:xfrm>
        <a:prstGeom prst="roundRect">
          <a:avLst>
            <a:gd name="adj" fmla="val 10000"/>
          </a:avLst>
        </a:prstGeom>
      </dgm:spPr>
    </dgm:pt>
    <dgm:pt modelId="{314D9731-DCD4-4BB2-8649-C289D6E8FFDF}" type="pres">
      <dgm:prSet presAssocID="{FC37A38D-1449-4C12-8AA6-9FB17967F06B}" presName="Name13" presStyleLbl="parChTrans1D2" presStyleIdx="14" presStyleCnt="17"/>
      <dgm:spPr/>
    </dgm:pt>
    <dgm:pt modelId="{D4A6D518-9F00-490E-AE10-03DEE3D27956}" type="pres">
      <dgm:prSet presAssocID="{9EA73F6C-7758-4A30-9153-0F129B46FF32}" presName="childText" presStyleLbl="bgAcc1" presStyleIdx="14" presStyleCnt="17" custScaleX="223491" custScaleY="101540" custLinFactNeighborX="7906" custLinFactNeighborY="2116">
        <dgm:presLayoutVars>
          <dgm:bulletEnabled val="1"/>
        </dgm:presLayoutVars>
      </dgm:prSet>
      <dgm:spPr>
        <a:xfrm>
          <a:off x="5071221" y="3552667"/>
          <a:ext cx="649237" cy="405773"/>
        </a:xfrm>
        <a:prstGeom prst="roundRect">
          <a:avLst>
            <a:gd name="adj" fmla="val 10000"/>
          </a:avLst>
        </a:prstGeom>
      </dgm:spPr>
    </dgm:pt>
    <dgm:pt modelId="{E39622AA-BDCC-47BE-86C9-3234F65954E7}" type="pres">
      <dgm:prSet presAssocID="{786C242C-F0F2-4C5B-92DC-DF2CAD8C78CD}" presName="Name13" presStyleLbl="parChTrans1D2" presStyleIdx="15" presStyleCnt="17"/>
      <dgm:spPr/>
    </dgm:pt>
    <dgm:pt modelId="{D8FC2458-329C-4D0C-8AE3-171922276077}" type="pres">
      <dgm:prSet presAssocID="{71502C2B-C610-4813-80F4-61B8AB628818}" presName="childText" presStyleLbl="bgAcc1" presStyleIdx="15" presStyleCnt="17" custScaleX="240193" custScaleY="98820">
        <dgm:presLayoutVars>
          <dgm:bulletEnabled val="1"/>
        </dgm:presLayoutVars>
      </dgm:prSet>
      <dgm:spPr>
        <a:xfrm>
          <a:off x="5071221" y="4059884"/>
          <a:ext cx="649237" cy="405773"/>
        </a:xfrm>
        <a:prstGeom prst="roundRect">
          <a:avLst>
            <a:gd name="adj" fmla="val 10000"/>
          </a:avLst>
        </a:prstGeom>
      </dgm:spPr>
    </dgm:pt>
    <dgm:pt modelId="{21167EBF-D40C-4BF5-B464-5A78C3245E6C}" type="pres">
      <dgm:prSet presAssocID="{32B663E0-84AA-4729-A0F3-8280A1E9BA6E}" presName="Name13" presStyleLbl="parChTrans1D2" presStyleIdx="16" presStyleCnt="17"/>
      <dgm:spPr/>
    </dgm:pt>
    <dgm:pt modelId="{89BF9B26-0FE5-46FD-9466-9475EA52A4BA}" type="pres">
      <dgm:prSet presAssocID="{74782CDC-46B3-4CC4-8857-925B22AB4838}" presName="childText" presStyleLbl="bgAcc1" presStyleIdx="16" presStyleCnt="17" custScaleX="230053">
        <dgm:presLayoutVars>
          <dgm:bulletEnabled val="1"/>
        </dgm:presLayoutVars>
      </dgm:prSet>
      <dgm:spPr/>
    </dgm:pt>
  </dgm:ptLst>
  <dgm:cxnLst>
    <dgm:cxn modelId="{B17C0C00-CCD5-4CD3-8CFA-285BC6A526D6}" type="presOf" srcId="{4897A54F-EFF6-4FBA-9529-C4BA54B18694}" destId="{6A6C3369-67E6-4F60-BB5B-5D6E40297361}" srcOrd="0" destOrd="0" presId="urn:microsoft.com/office/officeart/2005/8/layout/hierarchy3"/>
    <dgm:cxn modelId="{4AE87908-944E-4C89-8CEF-485CA63F6E75}" srcId="{02E38034-0F17-45B7-B6D6-DA358197D9DF}" destId="{E74CD3C2-C7AF-4F2F-AB62-AA250B69C96C}" srcOrd="2" destOrd="0" parTransId="{48B34550-C968-4F40-B628-0D501249BDE8}" sibTransId="{63A5D5FB-DF2D-498A-894D-A7F4D8DD35B7}"/>
    <dgm:cxn modelId="{B450B608-AE23-4A17-9542-2667473A5FC9}" srcId="{02E38034-0F17-45B7-B6D6-DA358197D9DF}" destId="{BE45E940-8C90-489D-B494-01DB07C08DA0}" srcOrd="3" destOrd="0" parTransId="{DF9334EB-2F9F-4D89-A135-EBE1DE996667}" sibTransId="{CC05CF82-6687-4FF1-8DE8-26FC805B8D1F}"/>
    <dgm:cxn modelId="{7D995A0F-F931-432D-953C-10F9AE0F6956}" type="presOf" srcId="{5746C1F7-64C3-4466-8298-7D4B41FECA2C}" destId="{F8860EA7-2789-4A29-BCCE-3E8209A23EE7}" srcOrd="0" destOrd="0" presId="urn:microsoft.com/office/officeart/2005/8/layout/hierarchy3"/>
    <dgm:cxn modelId="{15EFF618-2A74-4AAC-83D5-FA990FBC06AD}" type="presOf" srcId="{5BE77C90-3BCC-4758-9406-EAED48FA5B00}" destId="{F96E063E-746E-4021-AD35-550592508F82}" srcOrd="1" destOrd="0" presId="urn:microsoft.com/office/officeart/2005/8/layout/hierarchy3"/>
    <dgm:cxn modelId="{6F3BF718-AAF0-40EF-A653-4CF1FB716A7F}" type="presOf" srcId="{53168E55-3555-47AC-BC87-24A4434C52D6}" destId="{D96EB2CD-CDA8-4C03-8803-5844C684228B}" srcOrd="0" destOrd="0" presId="urn:microsoft.com/office/officeart/2005/8/layout/hierarchy3"/>
    <dgm:cxn modelId="{2655CF20-421C-41AC-9AC5-82D88A2F6B57}" type="presOf" srcId="{C031E06B-E3F3-4425-903E-5FDA2FB80E88}" destId="{EC66E143-9C11-4917-B905-BD20ADF06A80}" srcOrd="0" destOrd="0" presId="urn:microsoft.com/office/officeart/2005/8/layout/hierarchy3"/>
    <dgm:cxn modelId="{C1B53C23-04D8-4045-98AA-D3C3B475E106}" type="presOf" srcId="{F2616071-E8B2-479A-BC73-E1937694FEEE}" destId="{B0E9E193-B312-4A9A-AA07-019BF9E5B11C}" srcOrd="0" destOrd="0" presId="urn:microsoft.com/office/officeart/2005/8/layout/hierarchy3"/>
    <dgm:cxn modelId="{F698822E-B12A-4826-8682-EA9BE208B7B9}" type="presOf" srcId="{A367BF73-E7DB-4082-A930-ABEC8A1180BA}" destId="{2169BEC7-3976-4C57-8951-372D467CE494}" srcOrd="0" destOrd="0" presId="urn:microsoft.com/office/officeart/2005/8/layout/hierarchy3"/>
    <dgm:cxn modelId="{958B2B30-AF7A-4696-A96F-E502FF58EEE4}" srcId="{CD6DDA4D-6928-42CF-9603-8FFF4F033A0E}" destId="{02E38034-0F17-45B7-B6D6-DA358197D9DF}" srcOrd="1" destOrd="0" parTransId="{ACE003EF-8D84-4CEB-B5D5-D2E60D560712}" sibTransId="{D346A89E-4FF3-4C75-8517-1A89312FBBE7}"/>
    <dgm:cxn modelId="{32435434-1A42-44F7-AB21-ABB0BD380659}" type="presOf" srcId="{74782CDC-46B3-4CC4-8857-925B22AB4838}" destId="{89BF9B26-0FE5-46FD-9466-9475EA52A4BA}" srcOrd="0" destOrd="0" presId="urn:microsoft.com/office/officeart/2005/8/layout/hierarchy3"/>
    <dgm:cxn modelId="{BBB6053A-1369-4C16-B797-5AE7ABAEECEE}" srcId="{5BE77C90-3BCC-4758-9406-EAED48FA5B00}" destId="{5068F8B8-903B-4B1D-B1BC-56A5059F56EE}" srcOrd="3" destOrd="0" parTransId="{75B0017C-6364-402A-93E6-047411DC99F9}" sibTransId="{351DDB54-06BC-4928-BBA3-A6592558E320}"/>
    <dgm:cxn modelId="{7D963D3C-11B5-4211-BC5F-D6241F8BB4CC}" type="presOf" srcId="{DF9334EB-2F9F-4D89-A135-EBE1DE996667}" destId="{81957D91-17BD-4F13-9AC7-D2E01183D40E}" srcOrd="0" destOrd="0" presId="urn:microsoft.com/office/officeart/2005/8/layout/hierarchy3"/>
    <dgm:cxn modelId="{FA02503D-02C4-4F3C-AB38-13254045B14D}" type="presOf" srcId="{3889A15D-9BC5-413D-839C-BDEF1D8BD39F}" destId="{43BB6FF2-C578-4166-A3FF-272905BA37A3}" srcOrd="0" destOrd="0" presId="urn:microsoft.com/office/officeart/2005/8/layout/hierarchy3"/>
    <dgm:cxn modelId="{9E5C3262-FBB9-4336-9BDD-38538BE5114F}" type="presOf" srcId="{4A304235-546E-41C5-A1B3-CFFF6656B7D2}" destId="{79F7C911-B5B4-4600-93FC-F42DB1495E8C}" srcOrd="0" destOrd="0" presId="urn:microsoft.com/office/officeart/2005/8/layout/hierarchy3"/>
    <dgm:cxn modelId="{527A3F42-EA18-4E0B-8DB1-E58E098F0B1E}" srcId="{02E38034-0F17-45B7-B6D6-DA358197D9DF}" destId="{AAE028CD-A0AB-4EF2-9302-3852B58CEC2D}" srcOrd="0" destOrd="0" parTransId="{C7752EE5-3032-4E02-9AB3-772921A19D5C}" sibTransId="{65EB9473-EF1C-4E16-85F9-2FB090B9AD06}"/>
    <dgm:cxn modelId="{5C51AF62-A427-4163-99A8-153B4F575541}" type="presOf" srcId="{FC37A38D-1449-4C12-8AA6-9FB17967F06B}" destId="{314D9731-DCD4-4BB2-8649-C289D6E8FFDF}" srcOrd="0" destOrd="0" presId="urn:microsoft.com/office/officeart/2005/8/layout/hierarchy3"/>
    <dgm:cxn modelId="{1E952866-990C-40E2-BAF8-0E9DF6D2E96E}" type="presOf" srcId="{D645C700-D26D-4FB7-8A60-B6E23C74F953}" destId="{5B8B19C0-4195-468A-8C39-85B3F92B5CAF}" srcOrd="0" destOrd="0" presId="urn:microsoft.com/office/officeart/2005/8/layout/hierarchy3"/>
    <dgm:cxn modelId="{9BAF9568-C4D4-4D1E-9471-5E27E9E6CD7E}" srcId="{5BE77C90-3BCC-4758-9406-EAED48FA5B00}" destId="{84AFF806-9615-46D8-B16C-0F4778FA90CE}" srcOrd="0" destOrd="0" parTransId="{D6080114-FDEC-4492-99C0-62DC06E0AD0C}" sibTransId="{F437FFE3-838B-494C-893B-184F0B4671DC}"/>
    <dgm:cxn modelId="{99EC876A-904F-4974-9DB4-569F87A0E2B9}" type="presOf" srcId="{52FF8FCD-EA55-4742-B4B9-10152A9D48B0}" destId="{78405CAA-86CF-4C8C-94CA-B88F219130D6}" srcOrd="0" destOrd="0" presId="urn:microsoft.com/office/officeart/2005/8/layout/hierarchy3"/>
    <dgm:cxn modelId="{10B2266D-E641-498D-9733-C414217F4CFA}" type="presOf" srcId="{730FA1D1-B754-4D93-9B87-52FBFE0C929E}" destId="{6314D24B-B0EE-49C7-999F-2A2411DBCC84}" srcOrd="0" destOrd="0" presId="urn:microsoft.com/office/officeart/2005/8/layout/hierarchy3"/>
    <dgm:cxn modelId="{AA065F4E-7827-47E0-8610-0AB5B597A434}" type="presOf" srcId="{84AFF806-9615-46D8-B16C-0F4778FA90CE}" destId="{398DED0B-4796-4C4E-AF96-EC7B321C1AC5}" srcOrd="0" destOrd="0" presId="urn:microsoft.com/office/officeart/2005/8/layout/hierarchy3"/>
    <dgm:cxn modelId="{13764171-B0CB-4E8E-9EB1-B24293A00023}" srcId="{CD6DDA4D-6928-42CF-9603-8FFF4F033A0E}" destId="{5BE77C90-3BCC-4758-9406-EAED48FA5B00}" srcOrd="2" destOrd="0" parTransId="{D0CDB0EC-EF93-49E1-8390-B36345927AE1}" sibTransId="{2899593E-F64F-4A1B-A132-FB129F2B958D}"/>
    <dgm:cxn modelId="{707B9653-3B83-43A4-92BA-D9191D06B1B9}" type="presOf" srcId="{5068F8B8-903B-4B1D-B1BC-56A5059F56EE}" destId="{1CEB3EA0-DA2B-4528-A6FF-BDAB553F0C98}" srcOrd="0" destOrd="0" presId="urn:microsoft.com/office/officeart/2005/8/layout/hierarchy3"/>
    <dgm:cxn modelId="{82DE9A73-4620-418D-917E-4ADCB565C2AF}" type="presOf" srcId="{9EA73F6C-7758-4A30-9153-0F129B46FF32}" destId="{D4A6D518-9F00-490E-AE10-03DEE3D27956}" srcOrd="0" destOrd="0" presId="urn:microsoft.com/office/officeart/2005/8/layout/hierarchy3"/>
    <dgm:cxn modelId="{4BD18558-15F2-4293-B38A-69A5EEDFF0D1}" type="presOf" srcId="{02E38034-0F17-45B7-B6D6-DA358197D9DF}" destId="{3D6324D5-695E-45BC-B593-27E909C1D21D}" srcOrd="0" destOrd="0" presId="urn:microsoft.com/office/officeart/2005/8/layout/hierarchy3"/>
    <dgm:cxn modelId="{C480487F-2ECB-42CE-BEDD-CD08AB015C11}" type="presOf" srcId="{9D1C9054-19C1-417D-8B03-8654BBD888C1}" destId="{02022244-91D1-4103-82A2-E19224EBF39D}" srcOrd="0" destOrd="0" presId="urn:microsoft.com/office/officeart/2005/8/layout/hierarchy3"/>
    <dgm:cxn modelId="{223A7980-32D1-44B6-A292-A5DE2ADD5E12}" type="presOf" srcId="{77063694-6518-4106-9A10-5609B93018F4}" destId="{0ABA6B60-E08F-4189-B4FE-1116BFD8A27E}" srcOrd="0" destOrd="0" presId="urn:microsoft.com/office/officeart/2005/8/layout/hierarchy3"/>
    <dgm:cxn modelId="{4536D981-AEBC-4E17-A57F-E45AF8E0E57A}" type="presOf" srcId="{48B34550-C968-4F40-B628-0D501249BDE8}" destId="{94E48346-CF0B-4195-AFCC-B27C041085FC}" srcOrd="0" destOrd="0" presId="urn:microsoft.com/office/officeart/2005/8/layout/hierarchy3"/>
    <dgm:cxn modelId="{FB638F83-6AD3-4F13-BE7B-D6C7EA11BB3C}" type="presOf" srcId="{C08DDEC1-59D1-4958-B43A-ABF0519F5E94}" destId="{1AEE0CB6-EA78-45D1-BA75-C953234E71C8}" srcOrd="0" destOrd="0" presId="urn:microsoft.com/office/officeart/2005/8/layout/hierarchy3"/>
    <dgm:cxn modelId="{2FC0AD83-9846-4D80-814F-6630FAD421DD}" type="presOf" srcId="{3C3D7D08-C648-4054-AD2A-6BF33F46EC6E}" destId="{3C79F7B5-830B-4F84-9197-C7963489541A}" srcOrd="0" destOrd="0" presId="urn:microsoft.com/office/officeart/2005/8/layout/hierarchy3"/>
    <dgm:cxn modelId="{2C258887-25FC-4BA9-9E53-FB442DE19F79}" srcId="{CD6DDA4D-6928-42CF-9603-8FFF4F033A0E}" destId="{2420AA8F-D7BF-42FD-8B9A-7C28351FA25E}" srcOrd="0" destOrd="0" parTransId="{F413901B-04F6-4E80-9420-34669017ED2E}" sibTransId="{5C7D086B-C5B5-4C8E-9FD7-ED989B2A4B50}"/>
    <dgm:cxn modelId="{2779E587-B78B-42E4-AD8B-9E5F9A8739D2}" type="presOf" srcId="{CD6DDA4D-6928-42CF-9603-8FFF4F033A0E}" destId="{72911C57-2DF8-47DC-AFA7-3F644E37E0E6}" srcOrd="0" destOrd="0" presId="urn:microsoft.com/office/officeart/2005/8/layout/hierarchy3"/>
    <dgm:cxn modelId="{C6F91B8B-E9A2-4056-9974-2A34839C1BF1}" type="presOf" srcId="{75B0017C-6364-402A-93E6-047411DC99F9}" destId="{81A44133-DC2B-43D3-8AA3-AA05A669C1D2}" srcOrd="0" destOrd="0" presId="urn:microsoft.com/office/officeart/2005/8/layout/hierarchy3"/>
    <dgm:cxn modelId="{1AA81490-8150-4FE6-8FBC-4A95F6944DF9}" srcId="{2420AA8F-D7BF-42FD-8B9A-7C28351FA25E}" destId="{C031E06B-E3F3-4425-903E-5FDA2FB80E88}" srcOrd="1" destOrd="0" parTransId="{F2616071-E8B2-479A-BC73-E1937694FEEE}" sibTransId="{4124DDEA-0327-4FBA-8566-22E5D12D2F11}"/>
    <dgm:cxn modelId="{C7156A90-78AD-48CE-8EBB-29272982298B}" srcId="{5BE77C90-3BCC-4758-9406-EAED48FA5B00}" destId="{5746C1F7-64C3-4466-8298-7D4B41FECA2C}" srcOrd="4" destOrd="0" parTransId="{4897A54F-EFF6-4FBA-9529-C4BA54B18694}" sibTransId="{8268BE43-AA8A-47C7-832F-2F683D123303}"/>
    <dgm:cxn modelId="{045359A0-B18F-48F8-AC48-DD8AC841997E}" srcId="{5BE77C90-3BCC-4758-9406-EAED48FA5B00}" destId="{74782CDC-46B3-4CC4-8857-925B22AB4838}" srcOrd="8" destOrd="0" parTransId="{32B663E0-84AA-4729-A0F3-8280A1E9BA6E}" sibTransId="{0BEA2AA7-3511-4D7E-927F-25AD68ED2BA1}"/>
    <dgm:cxn modelId="{80CCB1A8-F8B1-46C7-A089-ED3AC79DA536}" type="presOf" srcId="{43220603-780B-44BD-80CA-EA774DBB6692}" destId="{B7431097-9BC1-4BA4-ADA8-E727AEE2AFFF}" srcOrd="0" destOrd="0" presId="urn:microsoft.com/office/officeart/2005/8/layout/hierarchy3"/>
    <dgm:cxn modelId="{319A78A9-E95F-427C-BC36-CC150F64EC04}" type="presOf" srcId="{BE45E940-8C90-489D-B494-01DB07C08DA0}" destId="{46734991-E498-4DA1-B9D0-B24E59C666D3}" srcOrd="0" destOrd="0" presId="urn:microsoft.com/office/officeart/2005/8/layout/hierarchy3"/>
    <dgm:cxn modelId="{39F395AB-FA0D-4498-985E-FFF99CDE2079}" srcId="{5BE77C90-3BCC-4758-9406-EAED48FA5B00}" destId="{9CBA0941-9249-4C22-84C2-B210D533C886}" srcOrd="5" destOrd="0" parTransId="{A367BF73-E7DB-4082-A930-ABEC8A1180BA}" sibTransId="{7890E876-2C94-4E65-8ED9-64BBD968EA81}"/>
    <dgm:cxn modelId="{7C1714AE-2D3D-4A24-8D67-1B877CD1DFEC}" type="presOf" srcId="{5BE77C90-3BCC-4758-9406-EAED48FA5B00}" destId="{F05B77CC-20FA-4368-9A2B-107D9D746ADF}" srcOrd="0" destOrd="0" presId="urn:microsoft.com/office/officeart/2005/8/layout/hierarchy3"/>
    <dgm:cxn modelId="{E53570B5-2EF9-4AE9-8278-B3C7ECF89377}" srcId="{5BE77C90-3BCC-4758-9406-EAED48FA5B00}" destId="{71502C2B-C610-4813-80F4-61B8AB628818}" srcOrd="7" destOrd="0" parTransId="{786C242C-F0F2-4C5B-92DC-DF2CAD8C78CD}" sibTransId="{3706CAE8-8CD1-48C8-955D-790A2DAE7145}"/>
    <dgm:cxn modelId="{5C9CFCB5-6B42-4D66-A0FE-5B63E73DF0A6}" srcId="{02E38034-0F17-45B7-B6D6-DA358197D9DF}" destId="{941BCCA1-FCBD-48A8-90E0-4E02A91E4F8E}" srcOrd="1" destOrd="0" parTransId="{3889A15D-9BC5-413D-839C-BDEF1D8BD39F}" sibTransId="{C49EFFE8-810C-4DC1-AE2C-1B40B5C29BD0}"/>
    <dgm:cxn modelId="{46B0C8BF-3979-40E7-A780-FB69CB55DC97}" srcId="{2420AA8F-D7BF-42FD-8B9A-7C28351FA25E}" destId="{3C3D7D08-C648-4054-AD2A-6BF33F46EC6E}" srcOrd="2" destOrd="0" parTransId="{D645C700-D26D-4FB7-8A60-B6E23C74F953}" sibTransId="{F55572B2-15D4-4F2F-9D61-D71A169D0076}"/>
    <dgm:cxn modelId="{760019C2-1CD4-49DF-9CAE-5A8A6F48B7D5}" type="presOf" srcId="{C7752EE5-3032-4E02-9AB3-772921A19D5C}" destId="{1E1FAF9C-E8A5-4597-8D4B-B923A0F0E29D}" srcOrd="0" destOrd="0" presId="urn:microsoft.com/office/officeart/2005/8/layout/hierarchy3"/>
    <dgm:cxn modelId="{973E75C2-78F2-4205-A9FD-AE06D14E4FE2}" srcId="{02E38034-0F17-45B7-B6D6-DA358197D9DF}" destId="{730FA1D1-B754-4D93-9B87-52FBFE0C929E}" srcOrd="4" destOrd="0" parTransId="{43220603-780B-44BD-80CA-EA774DBB6692}" sibTransId="{C2D0FEF1-CA41-4F78-A507-566497FC8DFB}"/>
    <dgm:cxn modelId="{2B255DC4-C808-461A-AF8E-EE547157EEEE}" type="presOf" srcId="{2420AA8F-D7BF-42FD-8B9A-7C28351FA25E}" destId="{84801968-80CB-4AEB-ADA8-72B0444A0D0B}" srcOrd="1" destOrd="0" presId="urn:microsoft.com/office/officeart/2005/8/layout/hierarchy3"/>
    <dgm:cxn modelId="{131CD2C5-28D7-4A31-B04F-5C50A8E060F8}" type="presOf" srcId="{D6080114-FDEC-4492-99C0-62DC06E0AD0C}" destId="{9A470F16-F536-4EB2-8C4D-42CA41852037}" srcOrd="0" destOrd="0" presId="urn:microsoft.com/office/officeart/2005/8/layout/hierarchy3"/>
    <dgm:cxn modelId="{9D2061C9-4F76-4E6B-9C80-532DB387A02F}" type="presOf" srcId="{AAE028CD-A0AB-4EF2-9302-3852B58CEC2D}" destId="{CF7F67B6-F1FF-4816-9DEE-DD902332C69C}" srcOrd="0" destOrd="0" presId="urn:microsoft.com/office/officeart/2005/8/layout/hierarchy3"/>
    <dgm:cxn modelId="{399A41CB-4C06-45B5-A72A-BF0ED16C02DE}" type="presOf" srcId="{E74CD3C2-C7AF-4F2F-AB62-AA250B69C96C}" destId="{1CC8FD3B-1878-4277-8E73-72FB6D727D24}" srcOrd="0" destOrd="0" presId="urn:microsoft.com/office/officeart/2005/8/layout/hierarchy3"/>
    <dgm:cxn modelId="{04EE0CD1-89C4-41F6-8229-D09964A2877B}" type="presOf" srcId="{786C242C-F0F2-4C5B-92DC-DF2CAD8C78CD}" destId="{E39622AA-BDCC-47BE-86C9-3234F65954E7}" srcOrd="0" destOrd="0" presId="urn:microsoft.com/office/officeart/2005/8/layout/hierarchy3"/>
    <dgm:cxn modelId="{4FAC54D1-5618-45AE-ABC9-964C8DAE35E0}" type="presOf" srcId="{941BCCA1-FCBD-48A8-90E0-4E02A91E4F8E}" destId="{FF98EC3B-FA01-4055-A980-696212FAE985}" srcOrd="0" destOrd="0" presId="urn:microsoft.com/office/officeart/2005/8/layout/hierarchy3"/>
    <dgm:cxn modelId="{C5B944DF-ECAE-455C-89E2-C976F0F97B83}" type="presOf" srcId="{71502C2B-C610-4813-80F4-61B8AB628818}" destId="{D8FC2458-329C-4D0C-8AE3-171922276077}" srcOrd="0" destOrd="0" presId="urn:microsoft.com/office/officeart/2005/8/layout/hierarchy3"/>
    <dgm:cxn modelId="{E3ECB7E6-AB5A-4517-B8CF-7F595EA44B24}" type="presOf" srcId="{2420AA8F-D7BF-42FD-8B9A-7C28351FA25E}" destId="{FB9ED754-B352-4F7F-9446-4CF345D7E1AB}" srcOrd="0" destOrd="0" presId="urn:microsoft.com/office/officeart/2005/8/layout/hierarchy3"/>
    <dgm:cxn modelId="{CF9EF4EC-7386-41B5-9783-B5B1DC76E05F}" srcId="{2420AA8F-D7BF-42FD-8B9A-7C28351FA25E}" destId="{C08DDEC1-59D1-4958-B43A-ABF0519F5E94}" srcOrd="0" destOrd="0" parTransId="{4A304235-546E-41C5-A1B3-CFFF6656B7D2}" sibTransId="{26D0E432-5204-4098-AEB3-04CAB3C22C98}"/>
    <dgm:cxn modelId="{2A9080EE-98E6-4679-931F-07750756B70F}" srcId="{5BE77C90-3BCC-4758-9406-EAED48FA5B00}" destId="{53168E55-3555-47AC-BC87-24A4434C52D6}" srcOrd="2" destOrd="0" parTransId="{9D1C9054-19C1-417D-8B03-8654BBD888C1}" sibTransId="{6107A783-46BE-4CDC-BAFD-BBA2673465C8}"/>
    <dgm:cxn modelId="{AD5E5BEF-8F62-4509-B2C8-300AF9A4FEE8}" type="presOf" srcId="{9CBA0941-9249-4C22-84C2-B210D533C886}" destId="{1BDDF550-102D-4636-A3C2-3AC0EC9BF925}" srcOrd="0" destOrd="0" presId="urn:microsoft.com/office/officeart/2005/8/layout/hierarchy3"/>
    <dgm:cxn modelId="{2BC719F9-3C21-4274-8316-F8C7AC4BA96B}" type="presOf" srcId="{02E38034-0F17-45B7-B6D6-DA358197D9DF}" destId="{9E273B94-E0BB-4B16-BD54-CBA3892EBFCA}" srcOrd="1" destOrd="0" presId="urn:microsoft.com/office/officeart/2005/8/layout/hierarchy3"/>
    <dgm:cxn modelId="{1368ABF9-A98D-4F56-9EED-61DF3660168A}" srcId="{5BE77C90-3BCC-4758-9406-EAED48FA5B00}" destId="{52FF8FCD-EA55-4742-B4B9-10152A9D48B0}" srcOrd="1" destOrd="0" parTransId="{77063694-6518-4106-9A10-5609B93018F4}" sibTransId="{3FBEDEE4-1225-43B1-A7F7-E5DB409C9671}"/>
    <dgm:cxn modelId="{C5D33DFB-C366-4B5C-9BD0-985D2FF2176C}" srcId="{5BE77C90-3BCC-4758-9406-EAED48FA5B00}" destId="{9EA73F6C-7758-4A30-9153-0F129B46FF32}" srcOrd="6" destOrd="0" parTransId="{FC37A38D-1449-4C12-8AA6-9FB17967F06B}" sibTransId="{E7406521-6C7F-4479-9D0E-99F665584CEC}"/>
    <dgm:cxn modelId="{D590F0FD-9E52-4FC4-8F83-0D81E1E2C1F1}" type="presOf" srcId="{32B663E0-84AA-4729-A0F3-8280A1E9BA6E}" destId="{21167EBF-D40C-4BF5-B464-5A78C3245E6C}" srcOrd="0" destOrd="0" presId="urn:microsoft.com/office/officeart/2005/8/layout/hierarchy3"/>
    <dgm:cxn modelId="{3A975754-F6E6-4970-BB10-BC562162D99C}" type="presParOf" srcId="{72911C57-2DF8-47DC-AFA7-3F644E37E0E6}" destId="{C8564626-874F-4A84-8FA3-E0C10006DFC6}" srcOrd="0" destOrd="0" presId="urn:microsoft.com/office/officeart/2005/8/layout/hierarchy3"/>
    <dgm:cxn modelId="{9426650E-85F7-4DAD-BD93-0AB65D0A66CB}" type="presParOf" srcId="{C8564626-874F-4A84-8FA3-E0C10006DFC6}" destId="{8EA5B1A4-084F-43CD-9C41-5C4C4B1527E2}" srcOrd="0" destOrd="0" presId="urn:microsoft.com/office/officeart/2005/8/layout/hierarchy3"/>
    <dgm:cxn modelId="{85AB5E11-9179-4D7C-9C1C-064538CE2FCF}" type="presParOf" srcId="{8EA5B1A4-084F-43CD-9C41-5C4C4B1527E2}" destId="{FB9ED754-B352-4F7F-9446-4CF345D7E1AB}" srcOrd="0" destOrd="0" presId="urn:microsoft.com/office/officeart/2005/8/layout/hierarchy3"/>
    <dgm:cxn modelId="{AAECCDF6-F1B7-425A-A924-224F979EE3E0}" type="presParOf" srcId="{8EA5B1A4-084F-43CD-9C41-5C4C4B1527E2}" destId="{84801968-80CB-4AEB-ADA8-72B0444A0D0B}" srcOrd="1" destOrd="0" presId="urn:microsoft.com/office/officeart/2005/8/layout/hierarchy3"/>
    <dgm:cxn modelId="{F08AE334-5568-4ED7-A39B-876D51DAF1DD}" type="presParOf" srcId="{C8564626-874F-4A84-8FA3-E0C10006DFC6}" destId="{485E4875-3F0E-4A37-BB29-9868674C980F}" srcOrd="1" destOrd="0" presId="urn:microsoft.com/office/officeart/2005/8/layout/hierarchy3"/>
    <dgm:cxn modelId="{259FA254-D31B-4432-B8E9-06271741ED75}" type="presParOf" srcId="{485E4875-3F0E-4A37-BB29-9868674C980F}" destId="{79F7C911-B5B4-4600-93FC-F42DB1495E8C}" srcOrd="0" destOrd="0" presId="urn:microsoft.com/office/officeart/2005/8/layout/hierarchy3"/>
    <dgm:cxn modelId="{C3A796D9-1095-4B8E-8D67-D8C653B36FEE}" type="presParOf" srcId="{485E4875-3F0E-4A37-BB29-9868674C980F}" destId="{1AEE0CB6-EA78-45D1-BA75-C953234E71C8}" srcOrd="1" destOrd="0" presId="urn:microsoft.com/office/officeart/2005/8/layout/hierarchy3"/>
    <dgm:cxn modelId="{B89F982C-F327-460D-8616-E72ABD313BEF}" type="presParOf" srcId="{485E4875-3F0E-4A37-BB29-9868674C980F}" destId="{B0E9E193-B312-4A9A-AA07-019BF9E5B11C}" srcOrd="2" destOrd="0" presId="urn:microsoft.com/office/officeart/2005/8/layout/hierarchy3"/>
    <dgm:cxn modelId="{C35568B4-2D98-4D90-9C44-6DDA94691236}" type="presParOf" srcId="{485E4875-3F0E-4A37-BB29-9868674C980F}" destId="{EC66E143-9C11-4917-B905-BD20ADF06A80}" srcOrd="3" destOrd="0" presId="urn:microsoft.com/office/officeart/2005/8/layout/hierarchy3"/>
    <dgm:cxn modelId="{DCD5767E-811E-48BB-AC4F-A57DDBB360A6}" type="presParOf" srcId="{485E4875-3F0E-4A37-BB29-9868674C980F}" destId="{5B8B19C0-4195-468A-8C39-85B3F92B5CAF}" srcOrd="4" destOrd="0" presId="urn:microsoft.com/office/officeart/2005/8/layout/hierarchy3"/>
    <dgm:cxn modelId="{0634C582-DC4E-4F82-B4E5-E61149C8F16E}" type="presParOf" srcId="{485E4875-3F0E-4A37-BB29-9868674C980F}" destId="{3C79F7B5-830B-4F84-9197-C7963489541A}" srcOrd="5" destOrd="0" presId="urn:microsoft.com/office/officeart/2005/8/layout/hierarchy3"/>
    <dgm:cxn modelId="{7FB508B7-F90E-4C04-A6B6-651E7F8049CC}" type="presParOf" srcId="{72911C57-2DF8-47DC-AFA7-3F644E37E0E6}" destId="{196D308E-627A-4C8D-927D-CB188B176492}" srcOrd="1" destOrd="0" presId="urn:microsoft.com/office/officeart/2005/8/layout/hierarchy3"/>
    <dgm:cxn modelId="{B85E8AB5-1EB9-4FF4-8CDD-ED521D70478E}" type="presParOf" srcId="{196D308E-627A-4C8D-927D-CB188B176492}" destId="{C9CFF1E6-44F5-43D1-BDF7-2A69227E4340}" srcOrd="0" destOrd="0" presId="urn:microsoft.com/office/officeart/2005/8/layout/hierarchy3"/>
    <dgm:cxn modelId="{5088F526-2128-4A8B-BA23-FB1540B82061}" type="presParOf" srcId="{C9CFF1E6-44F5-43D1-BDF7-2A69227E4340}" destId="{3D6324D5-695E-45BC-B593-27E909C1D21D}" srcOrd="0" destOrd="0" presId="urn:microsoft.com/office/officeart/2005/8/layout/hierarchy3"/>
    <dgm:cxn modelId="{57A0BC3D-3571-46CE-8A85-07E0C803C016}" type="presParOf" srcId="{C9CFF1E6-44F5-43D1-BDF7-2A69227E4340}" destId="{9E273B94-E0BB-4B16-BD54-CBA3892EBFCA}" srcOrd="1" destOrd="0" presId="urn:microsoft.com/office/officeart/2005/8/layout/hierarchy3"/>
    <dgm:cxn modelId="{4348F4AF-E2B1-4E8C-94B8-2D8241EC37FD}" type="presParOf" srcId="{196D308E-627A-4C8D-927D-CB188B176492}" destId="{56E33D25-357A-406B-B3CC-0CC48C21840F}" srcOrd="1" destOrd="0" presId="urn:microsoft.com/office/officeart/2005/8/layout/hierarchy3"/>
    <dgm:cxn modelId="{81BA7652-36F8-4E20-9BE7-6DC412A7F5CB}" type="presParOf" srcId="{56E33D25-357A-406B-B3CC-0CC48C21840F}" destId="{1E1FAF9C-E8A5-4597-8D4B-B923A0F0E29D}" srcOrd="0" destOrd="0" presId="urn:microsoft.com/office/officeart/2005/8/layout/hierarchy3"/>
    <dgm:cxn modelId="{8DDA0BA0-F16F-4814-80B5-6B875FC9698C}" type="presParOf" srcId="{56E33D25-357A-406B-B3CC-0CC48C21840F}" destId="{CF7F67B6-F1FF-4816-9DEE-DD902332C69C}" srcOrd="1" destOrd="0" presId="urn:microsoft.com/office/officeart/2005/8/layout/hierarchy3"/>
    <dgm:cxn modelId="{3EC9D60A-7837-4CE7-A11B-6193F50E6EBC}" type="presParOf" srcId="{56E33D25-357A-406B-B3CC-0CC48C21840F}" destId="{43BB6FF2-C578-4166-A3FF-272905BA37A3}" srcOrd="2" destOrd="0" presId="urn:microsoft.com/office/officeart/2005/8/layout/hierarchy3"/>
    <dgm:cxn modelId="{6A58B751-E7D6-4B82-9BE2-1DA17249660B}" type="presParOf" srcId="{56E33D25-357A-406B-B3CC-0CC48C21840F}" destId="{FF98EC3B-FA01-4055-A980-696212FAE985}" srcOrd="3" destOrd="0" presId="urn:microsoft.com/office/officeart/2005/8/layout/hierarchy3"/>
    <dgm:cxn modelId="{0186934E-1CC2-4497-92E2-FB07A71A0DAF}" type="presParOf" srcId="{56E33D25-357A-406B-B3CC-0CC48C21840F}" destId="{94E48346-CF0B-4195-AFCC-B27C041085FC}" srcOrd="4" destOrd="0" presId="urn:microsoft.com/office/officeart/2005/8/layout/hierarchy3"/>
    <dgm:cxn modelId="{2354F5D7-E275-46FA-B804-D8FA726529A1}" type="presParOf" srcId="{56E33D25-357A-406B-B3CC-0CC48C21840F}" destId="{1CC8FD3B-1878-4277-8E73-72FB6D727D24}" srcOrd="5" destOrd="0" presId="urn:microsoft.com/office/officeart/2005/8/layout/hierarchy3"/>
    <dgm:cxn modelId="{E63BE8A0-D629-43C6-8ED5-9AD15360E171}" type="presParOf" srcId="{56E33D25-357A-406B-B3CC-0CC48C21840F}" destId="{81957D91-17BD-4F13-9AC7-D2E01183D40E}" srcOrd="6" destOrd="0" presId="urn:microsoft.com/office/officeart/2005/8/layout/hierarchy3"/>
    <dgm:cxn modelId="{12D17BED-620A-4274-91F3-3E44C1933938}" type="presParOf" srcId="{56E33D25-357A-406B-B3CC-0CC48C21840F}" destId="{46734991-E498-4DA1-B9D0-B24E59C666D3}" srcOrd="7" destOrd="0" presId="urn:microsoft.com/office/officeart/2005/8/layout/hierarchy3"/>
    <dgm:cxn modelId="{233C6CCC-7677-412A-8441-1BF5E49B447B}" type="presParOf" srcId="{56E33D25-357A-406B-B3CC-0CC48C21840F}" destId="{B7431097-9BC1-4BA4-ADA8-E727AEE2AFFF}" srcOrd="8" destOrd="0" presId="urn:microsoft.com/office/officeart/2005/8/layout/hierarchy3"/>
    <dgm:cxn modelId="{69288D1F-39E6-4623-BFF9-103C8C555C91}" type="presParOf" srcId="{56E33D25-357A-406B-B3CC-0CC48C21840F}" destId="{6314D24B-B0EE-49C7-999F-2A2411DBCC84}" srcOrd="9" destOrd="0" presId="urn:microsoft.com/office/officeart/2005/8/layout/hierarchy3"/>
    <dgm:cxn modelId="{B54F7B6C-FE63-45C4-ADD6-CDDCEC1F90FC}" type="presParOf" srcId="{72911C57-2DF8-47DC-AFA7-3F644E37E0E6}" destId="{FAE04106-021F-4FFA-A402-BD2E6946D8F9}" srcOrd="2" destOrd="0" presId="urn:microsoft.com/office/officeart/2005/8/layout/hierarchy3"/>
    <dgm:cxn modelId="{47166536-527F-42EA-839D-A400FF54FC38}" type="presParOf" srcId="{FAE04106-021F-4FFA-A402-BD2E6946D8F9}" destId="{B285FE8D-DC2F-4E91-AFE7-F44A0FE2956B}" srcOrd="0" destOrd="0" presId="urn:microsoft.com/office/officeart/2005/8/layout/hierarchy3"/>
    <dgm:cxn modelId="{5D46D98F-3F0D-4655-BD5B-349C2525E04F}" type="presParOf" srcId="{B285FE8D-DC2F-4E91-AFE7-F44A0FE2956B}" destId="{F05B77CC-20FA-4368-9A2B-107D9D746ADF}" srcOrd="0" destOrd="0" presId="urn:microsoft.com/office/officeart/2005/8/layout/hierarchy3"/>
    <dgm:cxn modelId="{1ABECF1B-618D-4E04-924B-1F9994B15126}" type="presParOf" srcId="{B285FE8D-DC2F-4E91-AFE7-F44A0FE2956B}" destId="{F96E063E-746E-4021-AD35-550592508F82}" srcOrd="1" destOrd="0" presId="urn:microsoft.com/office/officeart/2005/8/layout/hierarchy3"/>
    <dgm:cxn modelId="{93E87B3A-E03B-4383-BD92-99FB986ECEA7}" type="presParOf" srcId="{FAE04106-021F-4FFA-A402-BD2E6946D8F9}" destId="{2199E2F6-B607-4B6B-B718-35CD637398FC}" srcOrd="1" destOrd="0" presId="urn:microsoft.com/office/officeart/2005/8/layout/hierarchy3"/>
    <dgm:cxn modelId="{EFF6AB8A-2682-4054-A5FC-7AA0D50028BC}" type="presParOf" srcId="{2199E2F6-B607-4B6B-B718-35CD637398FC}" destId="{9A470F16-F536-4EB2-8C4D-42CA41852037}" srcOrd="0" destOrd="0" presId="urn:microsoft.com/office/officeart/2005/8/layout/hierarchy3"/>
    <dgm:cxn modelId="{9844CD6C-6D36-4E34-8480-155CCBCF3588}" type="presParOf" srcId="{2199E2F6-B607-4B6B-B718-35CD637398FC}" destId="{398DED0B-4796-4C4E-AF96-EC7B321C1AC5}" srcOrd="1" destOrd="0" presId="urn:microsoft.com/office/officeart/2005/8/layout/hierarchy3"/>
    <dgm:cxn modelId="{B08F6329-B5D9-490B-96B0-D20881200FAD}" type="presParOf" srcId="{2199E2F6-B607-4B6B-B718-35CD637398FC}" destId="{0ABA6B60-E08F-4189-B4FE-1116BFD8A27E}" srcOrd="2" destOrd="0" presId="urn:microsoft.com/office/officeart/2005/8/layout/hierarchy3"/>
    <dgm:cxn modelId="{D4EEFCA2-7BA1-41C7-89EC-EBE6476D09A7}" type="presParOf" srcId="{2199E2F6-B607-4B6B-B718-35CD637398FC}" destId="{78405CAA-86CF-4C8C-94CA-B88F219130D6}" srcOrd="3" destOrd="0" presId="urn:microsoft.com/office/officeart/2005/8/layout/hierarchy3"/>
    <dgm:cxn modelId="{2B325FC7-9801-40E5-91F6-75DCFD8164A2}" type="presParOf" srcId="{2199E2F6-B607-4B6B-B718-35CD637398FC}" destId="{02022244-91D1-4103-82A2-E19224EBF39D}" srcOrd="4" destOrd="0" presId="urn:microsoft.com/office/officeart/2005/8/layout/hierarchy3"/>
    <dgm:cxn modelId="{CE7E8BEE-68AB-46D7-ABEF-84502E15A122}" type="presParOf" srcId="{2199E2F6-B607-4B6B-B718-35CD637398FC}" destId="{D96EB2CD-CDA8-4C03-8803-5844C684228B}" srcOrd="5" destOrd="0" presId="urn:microsoft.com/office/officeart/2005/8/layout/hierarchy3"/>
    <dgm:cxn modelId="{A14C3879-0E4D-4EF7-8FE8-A57E02C639FF}" type="presParOf" srcId="{2199E2F6-B607-4B6B-B718-35CD637398FC}" destId="{81A44133-DC2B-43D3-8AA3-AA05A669C1D2}" srcOrd="6" destOrd="0" presId="urn:microsoft.com/office/officeart/2005/8/layout/hierarchy3"/>
    <dgm:cxn modelId="{95657B2E-0EFD-468B-BA7D-9DFFAB59375E}" type="presParOf" srcId="{2199E2F6-B607-4B6B-B718-35CD637398FC}" destId="{1CEB3EA0-DA2B-4528-A6FF-BDAB553F0C98}" srcOrd="7" destOrd="0" presId="urn:microsoft.com/office/officeart/2005/8/layout/hierarchy3"/>
    <dgm:cxn modelId="{F342DF0A-5B38-466B-AF46-12D00B62B3EC}" type="presParOf" srcId="{2199E2F6-B607-4B6B-B718-35CD637398FC}" destId="{6A6C3369-67E6-4F60-BB5B-5D6E40297361}" srcOrd="8" destOrd="0" presId="urn:microsoft.com/office/officeart/2005/8/layout/hierarchy3"/>
    <dgm:cxn modelId="{73EC2949-664B-495C-83B8-2DAF15DA309C}" type="presParOf" srcId="{2199E2F6-B607-4B6B-B718-35CD637398FC}" destId="{F8860EA7-2789-4A29-BCCE-3E8209A23EE7}" srcOrd="9" destOrd="0" presId="urn:microsoft.com/office/officeart/2005/8/layout/hierarchy3"/>
    <dgm:cxn modelId="{E1C7833F-03BA-4C19-B290-42C852A04E36}" type="presParOf" srcId="{2199E2F6-B607-4B6B-B718-35CD637398FC}" destId="{2169BEC7-3976-4C57-8951-372D467CE494}" srcOrd="10" destOrd="0" presId="urn:microsoft.com/office/officeart/2005/8/layout/hierarchy3"/>
    <dgm:cxn modelId="{90081EBE-4D17-480A-89EE-4BDA8F05600A}" type="presParOf" srcId="{2199E2F6-B607-4B6B-B718-35CD637398FC}" destId="{1BDDF550-102D-4636-A3C2-3AC0EC9BF925}" srcOrd="11" destOrd="0" presId="urn:microsoft.com/office/officeart/2005/8/layout/hierarchy3"/>
    <dgm:cxn modelId="{10266C0A-3366-400D-B599-494F7C75404A}" type="presParOf" srcId="{2199E2F6-B607-4B6B-B718-35CD637398FC}" destId="{314D9731-DCD4-4BB2-8649-C289D6E8FFDF}" srcOrd="12" destOrd="0" presId="urn:microsoft.com/office/officeart/2005/8/layout/hierarchy3"/>
    <dgm:cxn modelId="{3E730AC3-7739-49CE-81AD-3C716DB0EA6C}" type="presParOf" srcId="{2199E2F6-B607-4B6B-B718-35CD637398FC}" destId="{D4A6D518-9F00-490E-AE10-03DEE3D27956}" srcOrd="13" destOrd="0" presId="urn:microsoft.com/office/officeart/2005/8/layout/hierarchy3"/>
    <dgm:cxn modelId="{91211034-348A-4FAD-AF11-8695CCF9746C}" type="presParOf" srcId="{2199E2F6-B607-4B6B-B718-35CD637398FC}" destId="{E39622AA-BDCC-47BE-86C9-3234F65954E7}" srcOrd="14" destOrd="0" presId="urn:microsoft.com/office/officeart/2005/8/layout/hierarchy3"/>
    <dgm:cxn modelId="{123A3B1C-CDA7-464F-924C-EE5896127808}" type="presParOf" srcId="{2199E2F6-B607-4B6B-B718-35CD637398FC}" destId="{D8FC2458-329C-4D0C-8AE3-171922276077}" srcOrd="15" destOrd="0" presId="urn:microsoft.com/office/officeart/2005/8/layout/hierarchy3"/>
    <dgm:cxn modelId="{F25439B4-5CD0-41C8-B7B8-00B19C435074}" type="presParOf" srcId="{2199E2F6-B607-4B6B-B718-35CD637398FC}" destId="{21167EBF-D40C-4BF5-B464-5A78C3245E6C}" srcOrd="16" destOrd="0" presId="urn:microsoft.com/office/officeart/2005/8/layout/hierarchy3"/>
    <dgm:cxn modelId="{70F3603F-3CE7-4276-953D-C6ACB9FB4592}" type="presParOf" srcId="{2199E2F6-B607-4B6B-B718-35CD637398FC}" destId="{89BF9B26-0FE5-46FD-9466-9475EA52A4BA}" srcOrd="1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ED754-B352-4F7F-9446-4CF345D7E1AB}">
      <dsp:nvSpPr>
        <dsp:cNvPr id="0" name=""/>
        <dsp:cNvSpPr/>
      </dsp:nvSpPr>
      <dsp:spPr>
        <a:xfrm>
          <a:off x="5575" y="216760"/>
          <a:ext cx="1433465" cy="3787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Juin 2024</a:t>
          </a:r>
        </a:p>
      </dsp:txBody>
      <dsp:txXfrm>
        <a:off x="16668" y="227853"/>
        <a:ext cx="1411279" cy="356566"/>
      </dsp:txXfrm>
    </dsp:sp>
    <dsp:sp modelId="{79F7C911-B5B4-4600-93FC-F42DB1495E8C}">
      <dsp:nvSpPr>
        <dsp:cNvPr id="0" name=""/>
        <dsp:cNvSpPr/>
      </dsp:nvSpPr>
      <dsp:spPr>
        <a:xfrm>
          <a:off x="148922" y="595512"/>
          <a:ext cx="143346" cy="235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729"/>
              </a:lnTo>
              <a:lnTo>
                <a:pt x="143346" y="2357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E0CB6-EA78-45D1-BA75-C953234E71C8}">
      <dsp:nvSpPr>
        <dsp:cNvPr id="0" name=""/>
        <dsp:cNvSpPr/>
      </dsp:nvSpPr>
      <dsp:spPr>
        <a:xfrm>
          <a:off x="292268" y="676968"/>
          <a:ext cx="1155952" cy="308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Google leads</a:t>
          </a:r>
        </a:p>
      </dsp:txBody>
      <dsp:txXfrm>
        <a:off x="301305" y="686005"/>
        <a:ext cx="1137878" cy="290474"/>
      </dsp:txXfrm>
    </dsp:sp>
    <dsp:sp modelId="{B0E9E193-B312-4A9A-AA07-019BF9E5B11C}">
      <dsp:nvSpPr>
        <dsp:cNvPr id="0" name=""/>
        <dsp:cNvSpPr/>
      </dsp:nvSpPr>
      <dsp:spPr>
        <a:xfrm>
          <a:off x="148922" y="595512"/>
          <a:ext cx="143346" cy="6594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9425"/>
              </a:lnTo>
              <a:lnTo>
                <a:pt x="143346" y="6594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66E143-9C11-4917-B905-BD20ADF06A80}">
      <dsp:nvSpPr>
        <dsp:cNvPr id="0" name=""/>
        <dsp:cNvSpPr/>
      </dsp:nvSpPr>
      <dsp:spPr>
        <a:xfrm>
          <a:off x="292268" y="1066971"/>
          <a:ext cx="1020734" cy="3759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AFEDIM</a:t>
          </a:r>
        </a:p>
      </dsp:txBody>
      <dsp:txXfrm>
        <a:off x="303279" y="1077982"/>
        <a:ext cx="998712" cy="353912"/>
      </dsp:txXfrm>
    </dsp:sp>
    <dsp:sp modelId="{5B8B19C0-4195-468A-8C39-85B3F92B5CAF}">
      <dsp:nvSpPr>
        <dsp:cNvPr id="0" name=""/>
        <dsp:cNvSpPr/>
      </dsp:nvSpPr>
      <dsp:spPr>
        <a:xfrm>
          <a:off x="148922" y="595512"/>
          <a:ext cx="143346" cy="1114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4826"/>
              </a:lnTo>
              <a:lnTo>
                <a:pt x="143346" y="11148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9F7B5-830B-4F84-9197-C7963489541A}">
      <dsp:nvSpPr>
        <dsp:cNvPr id="0" name=""/>
        <dsp:cNvSpPr/>
      </dsp:nvSpPr>
      <dsp:spPr>
        <a:xfrm>
          <a:off x="292268" y="1524361"/>
          <a:ext cx="1055151" cy="3719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TLV</a:t>
          </a:r>
        </a:p>
      </dsp:txBody>
      <dsp:txXfrm>
        <a:off x="303162" y="1535255"/>
        <a:ext cx="1033363" cy="350168"/>
      </dsp:txXfrm>
    </dsp:sp>
    <dsp:sp modelId="{3D6324D5-695E-45BC-B593-27E909C1D21D}">
      <dsp:nvSpPr>
        <dsp:cNvPr id="0" name=""/>
        <dsp:cNvSpPr/>
      </dsp:nvSpPr>
      <dsp:spPr>
        <a:xfrm>
          <a:off x="1601951" y="216760"/>
          <a:ext cx="1440112" cy="410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Juin 2025</a:t>
          </a:r>
          <a:endParaRPr lang="fr-FR" sz="2000" kern="1200" dirty="0">
            <a:solidFill>
              <a:schemeClr val="bg1"/>
            </a:solidFill>
          </a:endParaRPr>
        </a:p>
      </dsp:txBody>
      <dsp:txXfrm>
        <a:off x="1613967" y="228776"/>
        <a:ext cx="1416080" cy="386217"/>
      </dsp:txXfrm>
    </dsp:sp>
    <dsp:sp modelId="{1E1FAF9C-E8A5-4597-8D4B-B923A0F0E29D}">
      <dsp:nvSpPr>
        <dsp:cNvPr id="0" name=""/>
        <dsp:cNvSpPr/>
      </dsp:nvSpPr>
      <dsp:spPr>
        <a:xfrm>
          <a:off x="1745962" y="627010"/>
          <a:ext cx="144011" cy="269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464"/>
              </a:lnTo>
              <a:lnTo>
                <a:pt x="144011" y="2694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F67B6-F1FF-4816-9DEE-DD902332C69C}">
      <dsp:nvSpPr>
        <dsp:cNvPr id="0" name=""/>
        <dsp:cNvSpPr/>
      </dsp:nvSpPr>
      <dsp:spPr>
        <a:xfrm>
          <a:off x="1889973" y="708465"/>
          <a:ext cx="1091382" cy="376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Google leads</a:t>
          </a:r>
        </a:p>
      </dsp:txBody>
      <dsp:txXfrm>
        <a:off x="1900986" y="719478"/>
        <a:ext cx="1069356" cy="353993"/>
      </dsp:txXfrm>
    </dsp:sp>
    <dsp:sp modelId="{43BB6FF2-C578-4166-A3FF-272905BA37A3}">
      <dsp:nvSpPr>
        <dsp:cNvPr id="0" name=""/>
        <dsp:cNvSpPr/>
      </dsp:nvSpPr>
      <dsp:spPr>
        <a:xfrm>
          <a:off x="1745962" y="627010"/>
          <a:ext cx="144011" cy="7018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1839"/>
              </a:lnTo>
              <a:lnTo>
                <a:pt x="144011" y="7018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8EC3B-FA01-4055-A980-696212FAE985}">
      <dsp:nvSpPr>
        <dsp:cNvPr id="0" name=""/>
        <dsp:cNvSpPr/>
      </dsp:nvSpPr>
      <dsp:spPr>
        <a:xfrm>
          <a:off x="1889973" y="1165939"/>
          <a:ext cx="984368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AFEDIM</a:t>
          </a:r>
        </a:p>
      </dsp:txBody>
      <dsp:txXfrm>
        <a:off x="1899516" y="1175482"/>
        <a:ext cx="965282" cy="306734"/>
      </dsp:txXfrm>
    </dsp:sp>
    <dsp:sp modelId="{94E48346-CF0B-4195-AFCC-B27C041085FC}">
      <dsp:nvSpPr>
        <dsp:cNvPr id="0" name=""/>
        <dsp:cNvSpPr/>
      </dsp:nvSpPr>
      <dsp:spPr>
        <a:xfrm>
          <a:off x="1745962" y="627010"/>
          <a:ext cx="144011" cy="1109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9114"/>
              </a:lnTo>
              <a:lnTo>
                <a:pt x="144011" y="11091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8FD3B-1878-4277-8E73-72FB6D727D24}">
      <dsp:nvSpPr>
        <dsp:cNvPr id="0" name=""/>
        <dsp:cNvSpPr/>
      </dsp:nvSpPr>
      <dsp:spPr>
        <a:xfrm>
          <a:off x="1889973" y="1573214"/>
          <a:ext cx="1089965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TLV</a:t>
          </a:r>
        </a:p>
      </dsp:txBody>
      <dsp:txXfrm>
        <a:off x="1899516" y="1582757"/>
        <a:ext cx="1070879" cy="306734"/>
      </dsp:txXfrm>
    </dsp:sp>
    <dsp:sp modelId="{81957D91-17BD-4F13-9AC7-D2E01183D40E}">
      <dsp:nvSpPr>
        <dsp:cNvPr id="0" name=""/>
        <dsp:cNvSpPr/>
      </dsp:nvSpPr>
      <dsp:spPr>
        <a:xfrm>
          <a:off x="1745962" y="627010"/>
          <a:ext cx="144011" cy="15163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6390"/>
              </a:lnTo>
              <a:lnTo>
                <a:pt x="144011" y="15163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34991-E498-4DA1-B9D0-B24E59C666D3}">
      <dsp:nvSpPr>
        <dsp:cNvPr id="0" name=""/>
        <dsp:cNvSpPr/>
      </dsp:nvSpPr>
      <dsp:spPr>
        <a:xfrm>
          <a:off x="1889973" y="1980489"/>
          <a:ext cx="1139213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CM Leasing</a:t>
          </a:r>
        </a:p>
      </dsp:txBody>
      <dsp:txXfrm>
        <a:off x="1899516" y="1990032"/>
        <a:ext cx="1120127" cy="306734"/>
      </dsp:txXfrm>
    </dsp:sp>
    <dsp:sp modelId="{B7431097-9BC1-4BA4-ADA8-E727AEE2AFFF}">
      <dsp:nvSpPr>
        <dsp:cNvPr id="0" name=""/>
        <dsp:cNvSpPr/>
      </dsp:nvSpPr>
      <dsp:spPr>
        <a:xfrm>
          <a:off x="1745962" y="627010"/>
          <a:ext cx="144011" cy="1923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3665"/>
              </a:lnTo>
              <a:lnTo>
                <a:pt x="144011" y="19236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14D24B-B0EE-49C7-999F-2A2411DBCC84}">
      <dsp:nvSpPr>
        <dsp:cNvPr id="0" name=""/>
        <dsp:cNvSpPr/>
      </dsp:nvSpPr>
      <dsp:spPr>
        <a:xfrm>
          <a:off x="1889973" y="2387765"/>
          <a:ext cx="1043875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GLF</a:t>
          </a:r>
        </a:p>
      </dsp:txBody>
      <dsp:txXfrm>
        <a:off x="1899516" y="2397308"/>
        <a:ext cx="1024789" cy="306734"/>
      </dsp:txXfrm>
    </dsp:sp>
    <dsp:sp modelId="{F05B77CC-20FA-4368-9A2B-107D9D746ADF}">
      <dsp:nvSpPr>
        <dsp:cNvPr id="0" name=""/>
        <dsp:cNvSpPr/>
      </dsp:nvSpPr>
      <dsp:spPr>
        <a:xfrm>
          <a:off x="3228360" y="211328"/>
          <a:ext cx="1847387" cy="394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Avril 2026</a:t>
          </a:r>
          <a:endParaRPr lang="fr-FR" sz="2000" kern="1200" dirty="0">
            <a:solidFill>
              <a:schemeClr val="bg1"/>
            </a:solidFill>
          </a:endParaRPr>
        </a:p>
      </dsp:txBody>
      <dsp:txXfrm>
        <a:off x="3239923" y="222891"/>
        <a:ext cx="1824261" cy="371676"/>
      </dsp:txXfrm>
    </dsp:sp>
    <dsp:sp modelId="{9A470F16-F536-4EB2-8C4D-42CA41852037}">
      <dsp:nvSpPr>
        <dsp:cNvPr id="0" name=""/>
        <dsp:cNvSpPr/>
      </dsp:nvSpPr>
      <dsp:spPr>
        <a:xfrm>
          <a:off x="3413099" y="606131"/>
          <a:ext cx="161351" cy="2656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683"/>
              </a:lnTo>
              <a:lnTo>
                <a:pt x="161351" y="26568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8DED0B-4796-4C4E-AF96-EC7B321C1AC5}">
      <dsp:nvSpPr>
        <dsp:cNvPr id="0" name=""/>
        <dsp:cNvSpPr/>
      </dsp:nvSpPr>
      <dsp:spPr>
        <a:xfrm>
          <a:off x="3574450" y="693017"/>
          <a:ext cx="4879712" cy="357594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Google leads</a:t>
          </a:r>
        </a:p>
      </dsp:txBody>
      <dsp:txXfrm>
        <a:off x="3584924" y="703491"/>
        <a:ext cx="4858764" cy="336646"/>
      </dsp:txXfrm>
    </dsp:sp>
    <dsp:sp modelId="{0ABA6B60-E08F-4189-B4FE-1116BFD8A27E}">
      <dsp:nvSpPr>
        <dsp:cNvPr id="0" name=""/>
        <dsp:cNvSpPr/>
      </dsp:nvSpPr>
      <dsp:spPr>
        <a:xfrm>
          <a:off x="3413099" y="606131"/>
          <a:ext cx="161351" cy="6731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3103"/>
              </a:lnTo>
              <a:lnTo>
                <a:pt x="161351" y="6731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405CAA-86CF-4C8C-94CA-B88F219130D6}">
      <dsp:nvSpPr>
        <dsp:cNvPr id="0" name=""/>
        <dsp:cNvSpPr/>
      </dsp:nvSpPr>
      <dsp:spPr>
        <a:xfrm>
          <a:off x="3574450" y="1132067"/>
          <a:ext cx="5452525" cy="29433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Groupe La Française</a:t>
          </a:r>
        </a:p>
      </dsp:txBody>
      <dsp:txXfrm>
        <a:off x="3583071" y="1140688"/>
        <a:ext cx="5435283" cy="277094"/>
      </dsp:txXfrm>
    </dsp:sp>
    <dsp:sp modelId="{02022244-91D1-4103-82A2-E19224EBF39D}">
      <dsp:nvSpPr>
        <dsp:cNvPr id="0" name=""/>
        <dsp:cNvSpPr/>
      </dsp:nvSpPr>
      <dsp:spPr>
        <a:xfrm>
          <a:off x="3413099" y="606131"/>
          <a:ext cx="161351" cy="1060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0209"/>
              </a:lnTo>
              <a:lnTo>
                <a:pt x="161351" y="10602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EB2CD-CDA8-4C03-8803-5844C684228B}">
      <dsp:nvSpPr>
        <dsp:cNvPr id="0" name=""/>
        <dsp:cNvSpPr/>
      </dsp:nvSpPr>
      <dsp:spPr>
        <a:xfrm>
          <a:off x="3574450" y="1507858"/>
          <a:ext cx="4908254" cy="316964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EBRA PRESSE</a:t>
          </a:r>
        </a:p>
      </dsp:txBody>
      <dsp:txXfrm>
        <a:off x="3583734" y="1517142"/>
        <a:ext cx="4889686" cy="298396"/>
      </dsp:txXfrm>
    </dsp:sp>
    <dsp:sp modelId="{81A44133-DC2B-43D3-8AA3-AA05A669C1D2}">
      <dsp:nvSpPr>
        <dsp:cNvPr id="0" name=""/>
        <dsp:cNvSpPr/>
      </dsp:nvSpPr>
      <dsp:spPr>
        <a:xfrm>
          <a:off x="3413099" y="606131"/>
          <a:ext cx="161351" cy="1474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4564"/>
              </a:lnTo>
              <a:lnTo>
                <a:pt x="161351" y="14745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EB3EA0-DA2B-4528-A6FF-BDAB553F0C98}">
      <dsp:nvSpPr>
        <dsp:cNvPr id="0" name=""/>
        <dsp:cNvSpPr/>
      </dsp:nvSpPr>
      <dsp:spPr>
        <a:xfrm>
          <a:off x="3574450" y="1906277"/>
          <a:ext cx="2470493" cy="34883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CM leasing</a:t>
          </a:r>
        </a:p>
      </dsp:txBody>
      <dsp:txXfrm>
        <a:off x="3584667" y="1916494"/>
        <a:ext cx="2450059" cy="328402"/>
      </dsp:txXfrm>
    </dsp:sp>
    <dsp:sp modelId="{6A6C3369-67E6-4F60-BB5B-5D6E40297361}">
      <dsp:nvSpPr>
        <dsp:cNvPr id="0" name=""/>
        <dsp:cNvSpPr/>
      </dsp:nvSpPr>
      <dsp:spPr>
        <a:xfrm>
          <a:off x="3413099" y="606131"/>
          <a:ext cx="161351" cy="18997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9758"/>
              </a:lnTo>
              <a:lnTo>
                <a:pt x="161351" y="18997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860EA7-2789-4A29-BCCE-3E8209A23EE7}">
      <dsp:nvSpPr>
        <dsp:cNvPr id="0" name=""/>
        <dsp:cNvSpPr/>
      </dsp:nvSpPr>
      <dsp:spPr>
        <a:xfrm>
          <a:off x="3574450" y="2336569"/>
          <a:ext cx="1573362" cy="338641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AFEDIM</a:t>
          </a:r>
        </a:p>
      </dsp:txBody>
      <dsp:txXfrm>
        <a:off x="3584368" y="2346487"/>
        <a:ext cx="1553526" cy="318805"/>
      </dsp:txXfrm>
    </dsp:sp>
    <dsp:sp modelId="{2169BEC7-3976-4C57-8951-372D467CE494}">
      <dsp:nvSpPr>
        <dsp:cNvPr id="0" name=""/>
        <dsp:cNvSpPr/>
      </dsp:nvSpPr>
      <dsp:spPr>
        <a:xfrm>
          <a:off x="3413099" y="606131"/>
          <a:ext cx="161351" cy="2312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2489"/>
              </a:lnTo>
              <a:lnTo>
                <a:pt x="161351" y="23124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DF550-102D-4636-A3C2-3AC0EC9BF925}">
      <dsp:nvSpPr>
        <dsp:cNvPr id="0" name=""/>
        <dsp:cNvSpPr/>
      </dsp:nvSpPr>
      <dsp:spPr>
        <a:xfrm>
          <a:off x="3574450" y="2756665"/>
          <a:ext cx="1213844" cy="323910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FACTO</a:t>
          </a:r>
        </a:p>
      </dsp:txBody>
      <dsp:txXfrm>
        <a:off x="3583937" y="2766152"/>
        <a:ext cx="1194870" cy="304936"/>
      </dsp:txXfrm>
    </dsp:sp>
    <dsp:sp modelId="{314D9731-DCD4-4BB2-8649-C289D6E8FFDF}">
      <dsp:nvSpPr>
        <dsp:cNvPr id="0" name=""/>
        <dsp:cNvSpPr/>
      </dsp:nvSpPr>
      <dsp:spPr>
        <a:xfrm>
          <a:off x="3413099" y="606131"/>
          <a:ext cx="202566" cy="27282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8213"/>
              </a:lnTo>
              <a:lnTo>
                <a:pt x="202566" y="27282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A6D518-9F00-490E-AE10-03DEE3D27956}">
      <dsp:nvSpPr>
        <dsp:cNvPr id="0" name=""/>
        <dsp:cNvSpPr/>
      </dsp:nvSpPr>
      <dsp:spPr>
        <a:xfrm>
          <a:off x="3615665" y="3168925"/>
          <a:ext cx="1165086" cy="330837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Accessibilité</a:t>
          </a:r>
        </a:p>
      </dsp:txBody>
      <dsp:txXfrm>
        <a:off x="3625355" y="3178615"/>
        <a:ext cx="1145706" cy="311457"/>
      </dsp:txXfrm>
    </dsp:sp>
    <dsp:sp modelId="{E39622AA-BDCC-47BE-86C9-3234F65954E7}">
      <dsp:nvSpPr>
        <dsp:cNvPr id="0" name=""/>
        <dsp:cNvSpPr/>
      </dsp:nvSpPr>
      <dsp:spPr>
        <a:xfrm>
          <a:off x="3413099" y="606131"/>
          <a:ext cx="161351" cy="31291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29180"/>
              </a:lnTo>
              <a:lnTo>
                <a:pt x="161351" y="31291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FC2458-329C-4D0C-8AE3-171922276077}">
      <dsp:nvSpPr>
        <dsp:cNvPr id="0" name=""/>
        <dsp:cNvSpPr/>
      </dsp:nvSpPr>
      <dsp:spPr>
        <a:xfrm>
          <a:off x="3574450" y="3574324"/>
          <a:ext cx="1252155" cy="321975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DAC</a:t>
          </a:r>
        </a:p>
      </dsp:txBody>
      <dsp:txXfrm>
        <a:off x="3583880" y="3583754"/>
        <a:ext cx="1233295" cy="303115"/>
      </dsp:txXfrm>
    </dsp:sp>
    <dsp:sp modelId="{21167EBF-D40C-4BF5-B464-5A78C3245E6C}">
      <dsp:nvSpPr>
        <dsp:cNvPr id="0" name=""/>
        <dsp:cNvSpPr/>
      </dsp:nvSpPr>
      <dsp:spPr>
        <a:xfrm>
          <a:off x="3413099" y="606131"/>
          <a:ext cx="161351" cy="3534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4533"/>
              </a:lnTo>
              <a:lnTo>
                <a:pt x="161351" y="35345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BF9B26-0FE5-46FD-9466-9475EA52A4BA}">
      <dsp:nvSpPr>
        <dsp:cNvPr id="0" name=""/>
        <dsp:cNvSpPr/>
      </dsp:nvSpPr>
      <dsp:spPr>
        <a:xfrm>
          <a:off x="3574450" y="3977754"/>
          <a:ext cx="1199294" cy="325820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BYTEL</a:t>
          </a:r>
        </a:p>
      </dsp:txBody>
      <dsp:txXfrm>
        <a:off x="3583993" y="3987297"/>
        <a:ext cx="1180208" cy="306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949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949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EC00F85-360D-47BB-9F70-C0ECC0686E3E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123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949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469"/>
            <a:ext cx="5438140" cy="4467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949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FCF2001-716A-4E58-AE83-7A0D0220CBB9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41047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75BC31-2EAD-4AF7-8CB0-3C5ED104BF8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Espace réservé de l'image des diapositives 5"/>
          <p:cNvSpPr>
            <a:spLocks noGrp="1" noRot="1" noChangeAspect="1"/>
          </p:cNvSpPr>
          <p:nvPr>
            <p:ph type="sldImg"/>
          </p:nvPr>
        </p:nvSpPr>
        <p:spPr>
          <a:xfrm>
            <a:off x="125413" y="122238"/>
            <a:ext cx="6608762" cy="3717925"/>
          </a:xfrm>
        </p:spPr>
      </p:sp>
      <p:sp>
        <p:nvSpPr>
          <p:cNvPr id="7" name="Espace réservé des commentaires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1970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75BC31-2EAD-4AF7-8CB0-3C5ED104BF8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Espace réservé de l'image des diapositives 5"/>
          <p:cNvSpPr>
            <a:spLocks noGrp="1" noRot="1" noChangeAspect="1"/>
          </p:cNvSpPr>
          <p:nvPr>
            <p:ph type="sldImg"/>
          </p:nvPr>
        </p:nvSpPr>
        <p:spPr>
          <a:xfrm>
            <a:off x="125413" y="122238"/>
            <a:ext cx="6608762" cy="3717925"/>
          </a:xfrm>
        </p:spPr>
      </p:sp>
      <p:sp>
        <p:nvSpPr>
          <p:cNvPr id="7" name="Espace réservé des commentaires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20443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 userDrawn="1"/>
        </p:nvSpPr>
        <p:spPr>
          <a:xfrm>
            <a:off x="266700" y="190501"/>
            <a:ext cx="11658600" cy="5549900"/>
          </a:xfrm>
          <a:prstGeom prst="roundRect">
            <a:avLst>
              <a:gd name="adj" fmla="val 3479"/>
            </a:avLst>
          </a:prstGeom>
          <a:blipFill>
            <a:blip r:embed="rId2"/>
            <a:srcRect/>
            <a:stretch>
              <a:fillRect t="-1" b="-15312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8" name="Rectangle à coins arrondis 7"/>
          <p:cNvSpPr/>
          <p:nvPr userDrawn="1"/>
        </p:nvSpPr>
        <p:spPr>
          <a:xfrm>
            <a:off x="266700" y="190501"/>
            <a:ext cx="11658600" cy="5549900"/>
          </a:xfrm>
          <a:prstGeom prst="roundRect">
            <a:avLst>
              <a:gd name="adj" fmla="val 3479"/>
            </a:avLst>
          </a:prstGeom>
          <a:solidFill>
            <a:srgbClr val="003A8D">
              <a:alpha val="43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0008" y="1652564"/>
            <a:ext cx="5787992" cy="2145456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0008" y="3969724"/>
            <a:ext cx="5787992" cy="1288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9" name="Rectangle 13"/>
          <p:cNvSpPr/>
          <p:nvPr userDrawn="1"/>
        </p:nvSpPr>
        <p:spPr>
          <a:xfrm>
            <a:off x="4880008" y="3858686"/>
            <a:ext cx="5375359" cy="45719"/>
          </a:xfrm>
          <a:custGeom>
            <a:avLst/>
            <a:gdLst>
              <a:gd name="connsiteX0" fmla="*/ 0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0 w 5342021"/>
              <a:gd name="connsiteY4" fmla="*/ 0 h 45719"/>
              <a:gd name="connsiteX0" fmla="*/ 0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0 w 5342021"/>
              <a:gd name="connsiteY4" fmla="*/ 0 h 45719"/>
              <a:gd name="connsiteX0" fmla="*/ 42863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42863 w 5342021"/>
              <a:gd name="connsiteY4" fmla="*/ 0 h 45719"/>
              <a:gd name="connsiteX0" fmla="*/ 42863 w 5375359"/>
              <a:gd name="connsiteY0" fmla="*/ 0 h 45719"/>
              <a:gd name="connsiteX1" fmla="*/ 5375359 w 5375359"/>
              <a:gd name="connsiteY1" fmla="*/ 4762 h 45719"/>
              <a:gd name="connsiteX2" fmla="*/ 5342021 w 5375359"/>
              <a:gd name="connsiteY2" fmla="*/ 45719 h 45719"/>
              <a:gd name="connsiteX3" fmla="*/ 0 w 5375359"/>
              <a:gd name="connsiteY3" fmla="*/ 45719 h 45719"/>
              <a:gd name="connsiteX4" fmla="*/ 42863 w 5375359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5359" h="45719">
                <a:moveTo>
                  <a:pt x="42863" y="0"/>
                </a:moveTo>
                <a:lnTo>
                  <a:pt x="5375359" y="4762"/>
                </a:lnTo>
                <a:lnTo>
                  <a:pt x="5342021" y="45719"/>
                </a:lnTo>
                <a:lnTo>
                  <a:pt x="0" y="45719"/>
                </a:lnTo>
                <a:lnTo>
                  <a:pt x="42863" y="0"/>
                </a:lnTo>
                <a:close/>
              </a:path>
            </a:pathLst>
          </a:custGeom>
          <a:gradFill flip="none" rotWithShape="1">
            <a:gsLst>
              <a:gs pos="0">
                <a:srgbClr val="285C99"/>
              </a:gs>
              <a:gs pos="78000">
                <a:srgbClr val="285C99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995" y="5805721"/>
            <a:ext cx="1018605" cy="94140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46" y="6349877"/>
            <a:ext cx="1509804" cy="189484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107" y="6307272"/>
            <a:ext cx="531475" cy="27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1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1" y="1480874"/>
            <a:ext cx="1103153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1337733" y="6442832"/>
            <a:ext cx="1998134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60666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9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1" y="1480874"/>
            <a:ext cx="1103153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256947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2 colonnes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20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2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2" name="Espace réservé du texte 3"/>
          <p:cNvSpPr>
            <a:spLocks noGrp="1"/>
          </p:cNvSpPr>
          <p:nvPr>
            <p:ph type="body" sz="quarter" idx="15"/>
          </p:nvPr>
        </p:nvSpPr>
        <p:spPr>
          <a:xfrm>
            <a:off x="6477001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79024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56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2 colonnes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6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20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2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3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477001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4" name="ZoneTexte 23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4042514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centrale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7"/>
          </p:nvPr>
        </p:nvSpPr>
        <p:spPr>
          <a:xfrm>
            <a:off x="127000" y="1239414"/>
            <a:ext cx="11946467" cy="2168419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>
          <a:xfrm>
            <a:off x="911225" y="3515518"/>
            <a:ext cx="10933641" cy="26884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83517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central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7"/>
          </p:nvPr>
        </p:nvSpPr>
        <p:spPr>
          <a:xfrm>
            <a:off x="127000" y="1239414"/>
            <a:ext cx="11946467" cy="2168419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>
          <a:xfrm>
            <a:off x="911225" y="3515518"/>
            <a:ext cx="10941844" cy="26884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136842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à gauche 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7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8" name="Imag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20" name="Espace réservé pour une image  19"/>
          <p:cNvSpPr>
            <a:spLocks noGrp="1"/>
          </p:cNvSpPr>
          <p:nvPr>
            <p:ph type="pic" sz="quarter" idx="17"/>
          </p:nvPr>
        </p:nvSpPr>
        <p:spPr>
          <a:xfrm>
            <a:off x="127000" y="111125"/>
            <a:ext cx="4256882" cy="6629957"/>
          </a:xfrm>
          <a:custGeom>
            <a:avLst/>
            <a:gdLst>
              <a:gd name="connsiteX0" fmla="*/ 461975 w 8513763"/>
              <a:gd name="connsiteY0" fmla="*/ 0 h 13259915"/>
              <a:gd name="connsiteX1" fmla="*/ 8513763 w 8513763"/>
              <a:gd name="connsiteY1" fmla="*/ 0 h 13259915"/>
              <a:gd name="connsiteX2" fmla="*/ 8513763 w 8513763"/>
              <a:gd name="connsiteY2" fmla="*/ 13259915 h 13259915"/>
              <a:gd name="connsiteX3" fmla="*/ 940159 w 8513763"/>
              <a:gd name="connsiteY3" fmla="*/ 13259915 h 13259915"/>
              <a:gd name="connsiteX4" fmla="*/ 990087 w 8513763"/>
              <a:gd name="connsiteY4" fmla="*/ 13218720 h 13259915"/>
              <a:gd name="connsiteX5" fmla="*/ 1194934 w 8513763"/>
              <a:gd name="connsiteY5" fmla="*/ 12724176 h 13259915"/>
              <a:gd name="connsiteX6" fmla="*/ 495543 w 8513763"/>
              <a:gd name="connsiteY6" fmla="*/ 12024785 h 13259915"/>
              <a:gd name="connsiteX7" fmla="*/ 999 w 8513763"/>
              <a:gd name="connsiteY7" fmla="*/ 12229632 h 13259915"/>
              <a:gd name="connsiteX8" fmla="*/ 0 w 8513763"/>
              <a:gd name="connsiteY8" fmla="*/ 12230843 h 13259915"/>
              <a:gd name="connsiteX9" fmla="*/ 0 w 8513763"/>
              <a:gd name="connsiteY9" fmla="*/ 461975 h 13259915"/>
              <a:gd name="connsiteX10" fmla="*/ 461975 w 8513763"/>
              <a:gd name="connsiteY10" fmla="*/ 0 h 13259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763" h="13259915">
                <a:moveTo>
                  <a:pt x="461975" y="0"/>
                </a:moveTo>
                <a:lnTo>
                  <a:pt x="8513763" y="0"/>
                </a:lnTo>
                <a:lnTo>
                  <a:pt x="8513763" y="13259915"/>
                </a:lnTo>
                <a:lnTo>
                  <a:pt x="940159" y="13259915"/>
                </a:lnTo>
                <a:lnTo>
                  <a:pt x="990087" y="13218720"/>
                </a:lnTo>
                <a:cubicBezTo>
                  <a:pt x="1116652" y="13092155"/>
                  <a:pt x="1194934" y="12917308"/>
                  <a:pt x="1194934" y="12724176"/>
                </a:cubicBezTo>
                <a:cubicBezTo>
                  <a:pt x="1194934" y="12337913"/>
                  <a:pt x="881806" y="12024785"/>
                  <a:pt x="495543" y="12024785"/>
                </a:cubicBezTo>
                <a:cubicBezTo>
                  <a:pt x="302412" y="12024785"/>
                  <a:pt x="127564" y="12103067"/>
                  <a:pt x="999" y="12229632"/>
                </a:cubicBezTo>
                <a:lnTo>
                  <a:pt x="0" y="12230843"/>
                </a:lnTo>
                <a:lnTo>
                  <a:pt x="0" y="461975"/>
                </a:lnTo>
                <a:cubicBezTo>
                  <a:pt x="0" y="206833"/>
                  <a:pt x="206833" y="0"/>
                  <a:pt x="4619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>
                <a:solidFill>
                  <a:prstClr val="white">
                    <a:lumMod val="50000"/>
                  </a:prstClr>
                </a:solidFill>
              </a:rPr>
              <a:pPr/>
              <a:t>‹N°›</a:t>
            </a:fld>
            <a:endParaRPr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648200" y="6443131"/>
            <a:ext cx="7196667" cy="225426"/>
          </a:xfrm>
          <a:prstGeom prst="rect">
            <a:avLst/>
          </a:prstGeom>
        </p:spPr>
        <p:txBody>
          <a:bodyPr anchor="ctr"/>
          <a:lstStyle>
            <a:lvl1pPr algn="l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4648200" y="1559425"/>
            <a:ext cx="7196667" cy="44464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5" name="Espace réservé du texte 5"/>
          <p:cNvSpPr>
            <a:spLocks noGrp="1"/>
          </p:cNvSpPr>
          <p:nvPr>
            <p:ph type="body" sz="quarter" idx="18" hasCustomPrompt="1"/>
          </p:nvPr>
        </p:nvSpPr>
        <p:spPr>
          <a:xfrm>
            <a:off x="4638399" y="868902"/>
            <a:ext cx="7214670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26" name="Titre 1"/>
          <p:cNvSpPr>
            <a:spLocks noGrp="1"/>
          </p:cNvSpPr>
          <p:nvPr>
            <p:ph type="title"/>
          </p:nvPr>
        </p:nvSpPr>
        <p:spPr>
          <a:xfrm>
            <a:off x="4648200" y="295013"/>
            <a:ext cx="7205134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202638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à gauch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35" name="Groupe 34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36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37" name="Image 3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54" name="Espace réservé pour une image  53"/>
          <p:cNvSpPr>
            <a:spLocks noGrp="1"/>
          </p:cNvSpPr>
          <p:nvPr>
            <p:ph type="pic" sz="quarter" idx="17"/>
          </p:nvPr>
        </p:nvSpPr>
        <p:spPr>
          <a:xfrm>
            <a:off x="127000" y="111125"/>
            <a:ext cx="4256882" cy="6629957"/>
          </a:xfrm>
          <a:custGeom>
            <a:avLst/>
            <a:gdLst>
              <a:gd name="connsiteX0" fmla="*/ 461975 w 8513763"/>
              <a:gd name="connsiteY0" fmla="*/ 0 h 13259915"/>
              <a:gd name="connsiteX1" fmla="*/ 8513763 w 8513763"/>
              <a:gd name="connsiteY1" fmla="*/ 0 h 13259915"/>
              <a:gd name="connsiteX2" fmla="*/ 8513763 w 8513763"/>
              <a:gd name="connsiteY2" fmla="*/ 13259915 h 13259915"/>
              <a:gd name="connsiteX3" fmla="*/ 940159 w 8513763"/>
              <a:gd name="connsiteY3" fmla="*/ 13259915 h 13259915"/>
              <a:gd name="connsiteX4" fmla="*/ 990087 w 8513763"/>
              <a:gd name="connsiteY4" fmla="*/ 13218720 h 13259915"/>
              <a:gd name="connsiteX5" fmla="*/ 1194934 w 8513763"/>
              <a:gd name="connsiteY5" fmla="*/ 12724176 h 13259915"/>
              <a:gd name="connsiteX6" fmla="*/ 495543 w 8513763"/>
              <a:gd name="connsiteY6" fmla="*/ 12024785 h 13259915"/>
              <a:gd name="connsiteX7" fmla="*/ 999 w 8513763"/>
              <a:gd name="connsiteY7" fmla="*/ 12229632 h 13259915"/>
              <a:gd name="connsiteX8" fmla="*/ 0 w 8513763"/>
              <a:gd name="connsiteY8" fmla="*/ 12230843 h 13259915"/>
              <a:gd name="connsiteX9" fmla="*/ 0 w 8513763"/>
              <a:gd name="connsiteY9" fmla="*/ 461975 h 13259915"/>
              <a:gd name="connsiteX10" fmla="*/ 461975 w 8513763"/>
              <a:gd name="connsiteY10" fmla="*/ 0 h 13259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763" h="13259915">
                <a:moveTo>
                  <a:pt x="461975" y="0"/>
                </a:moveTo>
                <a:lnTo>
                  <a:pt x="8513763" y="0"/>
                </a:lnTo>
                <a:lnTo>
                  <a:pt x="8513763" y="13259915"/>
                </a:lnTo>
                <a:lnTo>
                  <a:pt x="940159" y="13259915"/>
                </a:lnTo>
                <a:lnTo>
                  <a:pt x="990087" y="13218720"/>
                </a:lnTo>
                <a:cubicBezTo>
                  <a:pt x="1116652" y="13092155"/>
                  <a:pt x="1194934" y="12917308"/>
                  <a:pt x="1194934" y="12724176"/>
                </a:cubicBezTo>
                <a:cubicBezTo>
                  <a:pt x="1194934" y="12337913"/>
                  <a:pt x="881806" y="12024785"/>
                  <a:pt x="495543" y="12024785"/>
                </a:cubicBezTo>
                <a:cubicBezTo>
                  <a:pt x="302412" y="12024785"/>
                  <a:pt x="127564" y="12103067"/>
                  <a:pt x="999" y="12229632"/>
                </a:cubicBezTo>
                <a:lnTo>
                  <a:pt x="0" y="12230843"/>
                </a:lnTo>
                <a:lnTo>
                  <a:pt x="0" y="461975"/>
                </a:lnTo>
                <a:cubicBezTo>
                  <a:pt x="0" y="206833"/>
                  <a:pt x="206833" y="0"/>
                  <a:pt x="4619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5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>
                <a:solidFill>
                  <a:prstClr val="white">
                    <a:lumMod val="50000"/>
                  </a:prstClr>
                </a:solidFill>
              </a:rPr>
              <a:pPr/>
              <a:t>‹N°›</a:t>
            </a:fld>
            <a:endParaRPr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648200" y="6443131"/>
            <a:ext cx="7264401" cy="225426"/>
          </a:xfrm>
          <a:prstGeom prst="rect">
            <a:avLst/>
          </a:prstGeom>
        </p:spPr>
        <p:txBody>
          <a:bodyPr anchor="ctr"/>
          <a:lstStyle>
            <a:lvl1pPr algn="l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4648200" y="1559425"/>
            <a:ext cx="7196667" cy="44464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/>
          </p:nvPr>
        </p:nvSpPr>
        <p:spPr>
          <a:xfrm>
            <a:off x="4648200" y="295013"/>
            <a:ext cx="7205134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4638399" y="868902"/>
            <a:ext cx="7214670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190168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vide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4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8" name="Imag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1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9" name="ZoneTexte 8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41122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vid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0" name="Image 1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21000" cy="225426"/>
          </a:xfrm>
          <a:prstGeom prst="rect">
            <a:avLst/>
          </a:prstGeom>
        </p:spPr>
        <p:txBody>
          <a:bodyPr anchor="ctr"/>
          <a:lstStyle>
            <a:lvl1pPr>
              <a:defRPr lang="fr-FR" sz="900" kern="1200" spc="150" dirty="0" smtClean="0">
                <a:solidFill>
                  <a:srgbClr val="003A8D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dirty="0"/>
              <a:t>Modèle standard présentation PPT pour E-I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8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2066888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fond ble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1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  <a:sym typeface="Helvetica Light"/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100000">
                <a:schemeClr val="accent1">
                  <a:shade val="67500"/>
                  <a:satMod val="115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 baseline="0"/>
            </a:lvl1pPr>
          </a:lstStyle>
          <a:p>
            <a:r>
              <a:rPr lang="fr-FR" dirty="0"/>
              <a:t>Cliquer sur l'icône pour insérer une image OU supprimer cette zone si non utilisée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4360333"/>
            <a:ext cx="12192000" cy="1422402"/>
          </a:xfrm>
          <a:prstGeom prst="rect">
            <a:avLst/>
          </a:prstGeom>
          <a:solidFill>
            <a:srgbClr val="0C4392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5930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fond blanc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1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  <a:sym typeface="Helvetica Light"/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100000">
                <a:schemeClr val="accent1">
                  <a:shade val="67500"/>
                  <a:satMod val="115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 lang="fr-FR"/>
            </a:lvl1pPr>
          </a:lstStyle>
          <a:p>
            <a:r>
              <a:rPr lang="fr-FR" dirty="0"/>
              <a:t>Cliquer sur l'icône pour insérer une image OU supprimer cette zone si non utilisée</a:t>
            </a:r>
          </a:p>
          <a:p>
            <a:pPr lvl="0"/>
            <a:endParaRPr lang="fr-FR" dirty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0" y="4360333"/>
            <a:ext cx="12192000" cy="1422402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anchor="ctr"/>
          <a:lstStyle>
            <a:lvl1pPr algn="ctr">
              <a:defRPr sz="6000">
                <a:solidFill>
                  <a:srgbClr val="003A8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26754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 userDrawn="1"/>
        </p:nvSpPr>
        <p:spPr>
          <a:xfrm>
            <a:off x="127000" y="101600"/>
            <a:ext cx="11946467" cy="6639482"/>
          </a:xfrm>
          <a:prstGeom prst="roundRect">
            <a:avLst>
              <a:gd name="adj" fmla="val 34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fr-FR" dirty="0">
                <a:sym typeface="Helvetica Light"/>
              </a:rPr>
              <a:t>Modèle standard présentation PPT pour E-I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EE1DE5A-27D4-4895-8E04-340D57AD09FB}" type="slidenum">
              <a:rPr lang="fr-FR" smtClean="0">
                <a:sym typeface="Helvetica Light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‹N°›</a:t>
            </a:fld>
            <a:endParaRPr lang="fr-FR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1510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A8D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fr-FR" sz="2000" kern="1200" dirty="0" smtClean="0">
          <a:solidFill>
            <a:srgbClr val="003A8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E7473D"/>
        </a:buClr>
        <a:buFont typeface="Wingdings 3" panose="05040102010807070707" pitchFamily="18" charset="2"/>
        <a:buChar char=""/>
        <a:defRPr lang="fr-FR" sz="1600" kern="1200" dirty="0" smtClean="0">
          <a:solidFill>
            <a:srgbClr val="285C99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48469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3A8D"/>
        </a:buClr>
        <a:buFont typeface="Wingdings 3" panose="05040102010807070707" pitchFamily="18" charset="2"/>
        <a:buChar char="}"/>
        <a:defRPr lang="fr-FR" sz="1200" kern="1200" dirty="0" smtClean="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2000" indent="-270669" algn="l" defTabSz="914400" rtl="0" eaLnBrk="1" latinLnBrk="0" hangingPunct="1">
        <a:lnSpc>
          <a:spcPct val="100000"/>
        </a:lnSpc>
        <a:spcBef>
          <a:spcPts val="0"/>
        </a:spcBef>
        <a:buClr>
          <a:srgbClr val="E7473D"/>
        </a:buClr>
        <a:buFont typeface="Wingdings 3" panose="05040102010807070707" pitchFamily="18" charset="2"/>
        <a:buChar char="}"/>
        <a:defRPr lang="fr-FR" sz="1000" kern="1200" dirty="0" smtClean="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ctrTitle"/>
          </p:nvPr>
        </p:nvSpPr>
        <p:spPr>
          <a:xfrm>
            <a:off x="5735960" y="2928441"/>
            <a:ext cx="6004016" cy="101709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4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Comité-site EIDS RABAT</a:t>
            </a:r>
          </a:p>
        </p:txBody>
      </p:sp>
      <p:sp>
        <p:nvSpPr>
          <p:cNvPr id="185" name="Shape 185"/>
          <p:cNvSpPr>
            <a:spLocks noGrp="1"/>
          </p:cNvSpPr>
          <p:nvPr>
            <p:ph type="subTitle" idx="1"/>
          </p:nvPr>
        </p:nvSpPr>
        <p:spPr>
          <a:xfrm>
            <a:off x="9421462" y="3904292"/>
            <a:ext cx="2264971" cy="637619"/>
          </a:xfrm>
        </p:spPr>
        <p:txBody>
          <a:bodyPr/>
          <a:lstStyle/>
          <a:p>
            <a:r>
              <a:rPr lang="fr-FR" dirty="0">
                <a:latin typeface="+mn-lt"/>
              </a:rPr>
              <a:t>Septembre 2026</a:t>
            </a:r>
          </a:p>
          <a:p>
            <a:endParaRPr lang="fr-FR" dirty="0">
              <a:latin typeface="+mn-lt"/>
            </a:endParaRPr>
          </a:p>
          <a:p>
            <a:br>
              <a:rPr lang="fr-FR" dirty="0">
                <a:latin typeface="+mn-lt"/>
              </a:rPr>
            </a:br>
            <a:r>
              <a:rPr lang="fr-FR" dirty="0">
                <a:latin typeface="+mn-lt"/>
              </a:rPr>
              <a:t>		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948" y="5976938"/>
            <a:ext cx="1468620" cy="63761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1DEFE53-DCDB-4730-80E1-216B1A64F9DD}"/>
              </a:ext>
            </a:extLst>
          </p:cNvPr>
          <p:cNvSpPr txBox="1"/>
          <p:nvPr/>
        </p:nvSpPr>
        <p:spPr>
          <a:xfrm>
            <a:off x="497348" y="620688"/>
            <a:ext cx="6097604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2921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  <a:sym typeface="Swis721 BT"/>
              </a:rPr>
              <a:t>Euro Information Direct Services (EIDS)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F65CF41-94E6-4862-9446-7ECDB41D3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869" y="5976938"/>
            <a:ext cx="1369269" cy="8195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8C5B4F-F812-483C-94DB-EE3C9CAAC8AC}"/>
              </a:ext>
            </a:extLst>
          </p:cNvPr>
          <p:cNvSpPr/>
          <p:nvPr/>
        </p:nvSpPr>
        <p:spPr>
          <a:xfrm>
            <a:off x="4943872" y="5795004"/>
            <a:ext cx="1213758" cy="1001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CD16CD6-8C78-4C7C-BE49-DE73A7362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880" y="6055770"/>
            <a:ext cx="1507063" cy="61359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E3E2762-2CA6-4505-9CA8-9870ED9F8E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93" y="5765785"/>
            <a:ext cx="1033929" cy="9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5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ctrTitle"/>
          </p:nvPr>
        </p:nvSpPr>
        <p:spPr>
          <a:xfrm>
            <a:off x="8328248" y="2852936"/>
            <a:ext cx="3419872" cy="1017092"/>
          </a:xfrm>
        </p:spPr>
        <p:txBody>
          <a:bodyPr/>
          <a:lstStyle/>
          <a:p>
            <a:pPr algn="r"/>
            <a:r>
              <a:rPr lang="fr-FR" sz="4800" dirty="0">
                <a:latin typeface="+mn-lt"/>
              </a:rPr>
              <a:t>Accessibilité</a:t>
            </a:r>
          </a:p>
        </p:txBody>
      </p:sp>
      <p:sp>
        <p:nvSpPr>
          <p:cNvPr id="185" name="Shape 185"/>
          <p:cNvSpPr>
            <a:spLocks noGrp="1"/>
          </p:cNvSpPr>
          <p:nvPr>
            <p:ph type="subTitle" idx="1"/>
          </p:nvPr>
        </p:nvSpPr>
        <p:spPr>
          <a:xfrm>
            <a:off x="8328248" y="3870028"/>
            <a:ext cx="3232216" cy="639092"/>
          </a:xfrm>
        </p:spPr>
        <p:txBody>
          <a:bodyPr/>
          <a:lstStyle/>
          <a:p>
            <a:r>
              <a:rPr lang="fr-FR" dirty="0">
                <a:latin typeface="+mn-lt"/>
              </a:rPr>
              <a:t>Evolution des résultats</a:t>
            </a:r>
          </a:p>
          <a:p>
            <a:endParaRPr lang="fr-FR" dirty="0">
              <a:latin typeface="+mn-lt"/>
            </a:endParaRPr>
          </a:p>
          <a:p>
            <a:br>
              <a:rPr lang="fr-FR" dirty="0">
                <a:latin typeface="+mn-lt"/>
              </a:rPr>
            </a:br>
            <a:r>
              <a:rPr lang="fr-FR" dirty="0">
                <a:latin typeface="+mn-lt"/>
              </a:rPr>
              <a:t>		</a:t>
            </a:r>
          </a:p>
        </p:txBody>
      </p:sp>
      <p:sp>
        <p:nvSpPr>
          <p:cNvPr id="2" name="Rectangle 1"/>
          <p:cNvSpPr/>
          <p:nvPr/>
        </p:nvSpPr>
        <p:spPr>
          <a:xfrm>
            <a:off x="4943872" y="5795004"/>
            <a:ext cx="1213758" cy="1001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948" y="5976938"/>
            <a:ext cx="1468620" cy="6376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BE910F7-5393-47E4-87B5-AE6DF7276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864" y="5815836"/>
            <a:ext cx="2448272" cy="100148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B148919-40BD-4AEA-BB0B-95A2C299B5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5795004"/>
            <a:ext cx="1033929" cy="9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6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E822C1D8-8ECD-43F0-8F3E-790DEA5906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841042"/>
              </p:ext>
            </p:extLst>
          </p:nvPr>
        </p:nvGraphicFramePr>
        <p:xfrm>
          <a:off x="1311920" y="1052736"/>
          <a:ext cx="9032552" cy="4520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7368" y="454474"/>
            <a:ext cx="11016956" cy="526254"/>
          </a:xfrm>
        </p:spPr>
        <p:txBody>
          <a:bodyPr/>
          <a:lstStyle/>
          <a:p>
            <a:r>
              <a:rPr lang="fr-FR" dirty="0"/>
              <a:t>Effectif CMAF _ Evolution effectif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7819" y="6283749"/>
            <a:ext cx="523765" cy="225425"/>
          </a:xfrm>
        </p:spPr>
        <p:txBody>
          <a:bodyPr/>
          <a:lstStyle/>
          <a:p>
            <a:fld id="{3EE1DE5A-27D4-4895-8E04-340D57AD09FB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11" name="Heptagone 10">
            <a:extLst>
              <a:ext uri="{FF2B5EF4-FFF2-40B4-BE49-F238E27FC236}">
                <a16:creationId xmlns:a16="http://schemas.microsoft.com/office/drawing/2014/main" id="{52B97037-835E-4D09-BDF1-11462E066D9A}"/>
              </a:ext>
            </a:extLst>
          </p:cNvPr>
          <p:cNvSpPr/>
          <p:nvPr/>
        </p:nvSpPr>
        <p:spPr>
          <a:xfrm>
            <a:off x="1392080" y="3196807"/>
            <a:ext cx="1463560" cy="531138"/>
          </a:xfrm>
          <a:prstGeom prst="heptag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35 Ressources</a:t>
            </a:r>
          </a:p>
        </p:txBody>
      </p:sp>
      <p:sp>
        <p:nvSpPr>
          <p:cNvPr id="15" name="Heptagone 14">
            <a:extLst>
              <a:ext uri="{FF2B5EF4-FFF2-40B4-BE49-F238E27FC236}">
                <a16:creationId xmlns:a16="http://schemas.microsoft.com/office/drawing/2014/main" id="{753213C9-BEEA-465C-AB49-8C12E8AA4913}"/>
              </a:ext>
            </a:extLst>
          </p:cNvPr>
          <p:cNvSpPr/>
          <p:nvPr/>
        </p:nvSpPr>
        <p:spPr>
          <a:xfrm>
            <a:off x="2927648" y="4059990"/>
            <a:ext cx="1463560" cy="531138"/>
          </a:xfrm>
          <a:prstGeom prst="hept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56 Ressources</a:t>
            </a:r>
          </a:p>
        </p:txBody>
      </p:sp>
      <p:sp>
        <p:nvSpPr>
          <p:cNvPr id="7" name="Heptagone 6">
            <a:extLst>
              <a:ext uri="{FF2B5EF4-FFF2-40B4-BE49-F238E27FC236}">
                <a16:creationId xmlns:a16="http://schemas.microsoft.com/office/drawing/2014/main" id="{967411BA-8B0B-4675-9391-C245D5CB4F2F}"/>
              </a:ext>
            </a:extLst>
          </p:cNvPr>
          <p:cNvSpPr/>
          <p:nvPr/>
        </p:nvSpPr>
        <p:spPr>
          <a:xfrm>
            <a:off x="9888353" y="171879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33</a:t>
            </a:r>
            <a:endParaRPr lang="fr-FR" sz="20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Heptagone 29">
            <a:extLst>
              <a:ext uri="{FF2B5EF4-FFF2-40B4-BE49-F238E27FC236}">
                <a16:creationId xmlns:a16="http://schemas.microsoft.com/office/drawing/2014/main" id="{09AFE00E-5600-44CC-8C7B-58D21409E1D7}"/>
              </a:ext>
            </a:extLst>
          </p:cNvPr>
          <p:cNvSpPr/>
          <p:nvPr/>
        </p:nvSpPr>
        <p:spPr>
          <a:xfrm>
            <a:off x="10376024" y="2125752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33</a:t>
            </a:r>
          </a:p>
        </p:txBody>
      </p:sp>
      <p:sp>
        <p:nvSpPr>
          <p:cNvPr id="31" name="Heptagone 30">
            <a:extLst>
              <a:ext uri="{FF2B5EF4-FFF2-40B4-BE49-F238E27FC236}">
                <a16:creationId xmlns:a16="http://schemas.microsoft.com/office/drawing/2014/main" id="{2BC3D451-63A0-41C5-866B-640CC02F81A3}"/>
              </a:ext>
            </a:extLst>
          </p:cNvPr>
          <p:cNvSpPr/>
          <p:nvPr/>
        </p:nvSpPr>
        <p:spPr>
          <a:xfrm>
            <a:off x="9912424" y="253808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</a:t>
            </a:r>
          </a:p>
        </p:txBody>
      </p:sp>
      <p:sp>
        <p:nvSpPr>
          <p:cNvPr id="32" name="Heptagone 31">
            <a:extLst>
              <a:ext uri="{FF2B5EF4-FFF2-40B4-BE49-F238E27FC236}">
                <a16:creationId xmlns:a16="http://schemas.microsoft.com/office/drawing/2014/main" id="{EF40166C-AF05-44E1-9DC9-5234F7E6A1B6}"/>
              </a:ext>
            </a:extLst>
          </p:cNvPr>
          <p:cNvSpPr/>
          <p:nvPr/>
        </p:nvSpPr>
        <p:spPr>
          <a:xfrm>
            <a:off x="7429386" y="2971596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</a:p>
        </p:txBody>
      </p:sp>
      <p:sp>
        <p:nvSpPr>
          <p:cNvPr id="33" name="Heptagone 32">
            <a:extLst>
              <a:ext uri="{FF2B5EF4-FFF2-40B4-BE49-F238E27FC236}">
                <a16:creationId xmlns:a16="http://schemas.microsoft.com/office/drawing/2014/main" id="{0F4D4CD3-35CE-49CE-8091-20426C962DD6}"/>
              </a:ext>
            </a:extLst>
          </p:cNvPr>
          <p:cNvSpPr/>
          <p:nvPr/>
        </p:nvSpPr>
        <p:spPr>
          <a:xfrm>
            <a:off x="6726013" y="3358451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34" name="Heptagone 33">
            <a:extLst>
              <a:ext uri="{FF2B5EF4-FFF2-40B4-BE49-F238E27FC236}">
                <a16:creationId xmlns:a16="http://schemas.microsoft.com/office/drawing/2014/main" id="{DEEA34A7-BB36-409B-ABDC-76D67ABCB425}"/>
              </a:ext>
            </a:extLst>
          </p:cNvPr>
          <p:cNvSpPr/>
          <p:nvPr/>
        </p:nvSpPr>
        <p:spPr>
          <a:xfrm>
            <a:off x="6715409" y="379497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DB5952A5-8012-4D3F-9BF9-D4D17AB6E8E2}"/>
              </a:ext>
            </a:extLst>
          </p:cNvPr>
          <p:cNvSpPr/>
          <p:nvPr/>
        </p:nvSpPr>
        <p:spPr>
          <a:xfrm>
            <a:off x="6715409" y="4238945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36" name="Heptagone 35">
            <a:extLst>
              <a:ext uri="{FF2B5EF4-FFF2-40B4-BE49-F238E27FC236}">
                <a16:creationId xmlns:a16="http://schemas.microsoft.com/office/drawing/2014/main" id="{EF12E624-36F6-4DCA-ABCC-CC8B2CBF8103}"/>
              </a:ext>
            </a:extLst>
          </p:cNvPr>
          <p:cNvSpPr/>
          <p:nvPr/>
        </p:nvSpPr>
        <p:spPr>
          <a:xfrm>
            <a:off x="6749925" y="468627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0" name="Flèche : courbe vers le haut 9">
            <a:extLst>
              <a:ext uri="{FF2B5EF4-FFF2-40B4-BE49-F238E27FC236}">
                <a16:creationId xmlns:a16="http://schemas.microsoft.com/office/drawing/2014/main" id="{1C9B93E2-BDBA-4733-9A64-F14CBA9050D0}"/>
              </a:ext>
            </a:extLst>
          </p:cNvPr>
          <p:cNvSpPr/>
          <p:nvPr/>
        </p:nvSpPr>
        <p:spPr>
          <a:xfrm>
            <a:off x="3791744" y="5445224"/>
            <a:ext cx="1463560" cy="674888"/>
          </a:xfrm>
          <a:prstGeom prst="curved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A6EE4A-063C-4769-A8D2-FB7E72E647F5}"/>
              </a:ext>
            </a:extLst>
          </p:cNvPr>
          <p:cNvSpPr txBox="1"/>
          <p:nvPr/>
        </p:nvSpPr>
        <p:spPr>
          <a:xfrm>
            <a:off x="4151784" y="5573071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+239%</a:t>
            </a:r>
            <a:endParaRPr lang="fr-FR" sz="2800" b="1" dirty="0">
              <a:solidFill>
                <a:srgbClr val="0C439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38" name="Heptagone 37">
            <a:extLst>
              <a:ext uri="{FF2B5EF4-FFF2-40B4-BE49-F238E27FC236}">
                <a16:creationId xmlns:a16="http://schemas.microsoft.com/office/drawing/2014/main" id="{A47ACFE8-AA16-43E5-92F5-0BC9042B52C1}"/>
              </a:ext>
            </a:extLst>
          </p:cNvPr>
          <p:cNvSpPr/>
          <p:nvPr/>
        </p:nvSpPr>
        <p:spPr>
          <a:xfrm>
            <a:off x="6726178" y="5091645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6537857-BE84-4488-A9C7-980427783DB2}"/>
              </a:ext>
            </a:extLst>
          </p:cNvPr>
          <p:cNvSpPr txBox="1"/>
          <p:nvPr/>
        </p:nvSpPr>
        <p:spPr>
          <a:xfrm>
            <a:off x="8271596" y="5051399"/>
            <a:ext cx="3369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129 Ressources socle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Ressources FI EBRA Services</a:t>
            </a:r>
          </a:p>
          <a:p>
            <a:endParaRPr lang="fr-FR" sz="1400" dirty="0">
              <a:solidFill>
                <a:srgbClr val="0C439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 </a:t>
            </a:r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Global : 134</a:t>
            </a:r>
          </a:p>
        </p:txBody>
      </p:sp>
    </p:spTree>
    <p:extLst>
      <p:ext uri="{BB962C8B-B14F-4D97-AF65-F5344CB8AC3E}">
        <p14:creationId xmlns:p14="http://schemas.microsoft.com/office/powerpoint/2010/main" val="392744263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7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37160" y="109728"/>
            <a:ext cx="11914632" cy="660196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4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4396"/>
                </a:solidFill>
                <a:latin typeface="Arial"/>
              </a:defRPr>
            </a:pPr>
            <a:r>
              <a:t>Accessibilité _ Bilan septembre 2026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37160" y="6199632"/>
            <a:ext cx="502920" cy="502920"/>
          </a:xfrm>
          <a:prstGeom prst="ellipse">
            <a:avLst/>
          </a:prstGeom>
          <a:solidFill>
            <a:srgbClr val="084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62910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84396"/>
                </a:solidFill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364224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000000"/>
                </a:solidFill>
              </a:defRPr>
            </a:pPr>
            <a:r>
              <a:t>- Usage strictement interne -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1234440"/>
            <a:ext cx="2286000" cy="114300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127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Documents réceptionnés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46120" y="1234440"/>
            <a:ext cx="2286000" cy="114300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60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Documents traités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06440" y="1234440"/>
            <a:ext cx="2286000" cy="114300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67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Documents restant à traiter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1234440"/>
            <a:ext cx="2286000" cy="114300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47,2 %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Taux de traitement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27889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4396"/>
                </a:solidFill>
              </a:defRPr>
            </a:pPr>
            <a:r>
              <a:t>Avancement des réceptions de septembre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246120"/>
            <a:ext cx="6949440" cy="438912"/>
          </a:xfrm>
          <a:prstGeom prst="round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1520" y="3246120"/>
            <a:ext cx="3283200" cy="438912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32186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84396"/>
                </a:solidFill>
              </a:defRPr>
            </a:pPr>
            <a:r>
              <a:t>60 / 127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4160520"/>
            <a:ext cx="10469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4396"/>
                </a:solidFill>
              </a:defRPr>
            </a:pPr>
            <a:r>
              <a:t>Point clé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La charge restante (67 documents) est entièrement concentrée sur ACM. Les autres entités reçues en septembre sont traitées à 100 %.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7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37160" y="109728"/>
            <a:ext cx="11914632" cy="660196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4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4396"/>
                </a:solidFill>
                <a:latin typeface="Arial"/>
              </a:defRPr>
            </a:pPr>
            <a:r>
              <a:t>Accessibilité _ Réceptions par entité – Septembre 2026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37160" y="6199632"/>
            <a:ext cx="502920" cy="502920"/>
          </a:xfrm>
          <a:prstGeom prst="ellipse">
            <a:avLst/>
          </a:prstGeom>
          <a:solidFill>
            <a:srgbClr val="084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62910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84396"/>
                </a:solidFill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364224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000000"/>
                </a:solidFill>
              </a:defRPr>
            </a:pPr>
            <a:r>
              <a:t>- Usage strictement interne -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1234440"/>
            <a:ext cx="2377440" cy="438912"/>
          </a:xfrm>
          <a:prstGeom prst="rect">
            <a:avLst/>
          </a:prstGeom>
          <a:solidFill>
            <a:srgbClr val="0843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Entité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63240" y="1234440"/>
            <a:ext cx="1920240" cy="438912"/>
          </a:xfrm>
          <a:prstGeom prst="rect">
            <a:avLst/>
          </a:prstGeom>
          <a:solidFill>
            <a:srgbClr val="0843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Réception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480" y="1234440"/>
            <a:ext cx="1920240" cy="438912"/>
          </a:xfrm>
          <a:prstGeom prst="rect">
            <a:avLst/>
          </a:prstGeom>
          <a:solidFill>
            <a:srgbClr val="0843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Traités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1234440"/>
            <a:ext cx="1920240" cy="438912"/>
          </a:xfrm>
          <a:prstGeom prst="rect">
            <a:avLst/>
          </a:prstGeom>
          <a:solidFill>
            <a:srgbClr val="0843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1673352"/>
            <a:ext cx="23774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ACM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63240" y="167335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71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167335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167335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67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2176272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DIRCO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17627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3480" y="217627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03720" y="217627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2679192"/>
            <a:ext cx="23774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DIRCOM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267919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480" y="267919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03720" y="267919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" y="3182112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CCS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63240" y="318211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83480" y="318211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03720" y="318211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" y="3685032"/>
            <a:ext cx="23774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CMO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68503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83480" y="368503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03720" y="368503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" y="4187952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CREATIS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63240" y="418795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83480" y="418795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03720" y="418795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" y="4690872"/>
            <a:ext cx="23774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CMMABN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63240" y="469087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469087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03720" y="469087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89720" y="1417320"/>
            <a:ext cx="1920240" cy="1234440"/>
          </a:xfrm>
          <a:prstGeom prst="roundRect">
            <a:avLst/>
          </a:prstGeom>
          <a:solidFill>
            <a:srgbClr val="EBF2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56 %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des réceptions = ACM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89720" y="2971800"/>
            <a:ext cx="1920240" cy="1234440"/>
          </a:xfrm>
          <a:prstGeom prst="roundRect">
            <a:avLst/>
          </a:prstGeom>
          <a:solidFill>
            <a:srgbClr val="FFF2E6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100 %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du reste = ACM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4572000"/>
            <a:ext cx="246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4396"/>
                </a:solidFill>
              </a:defRPr>
            </a:pPr>
            <a:r>
              <a:t>Priorité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Absorber le stock ACM tout en maintenant les autres flux à jour.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7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37160" y="109728"/>
            <a:ext cx="11914632" cy="660196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4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4396"/>
                </a:solidFill>
                <a:latin typeface="Arial"/>
              </a:defRPr>
            </a:pPr>
            <a:r>
              <a:t>Accessibilité _ Renforcement de l’effectif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37160" y="6199632"/>
            <a:ext cx="502920" cy="502920"/>
          </a:xfrm>
          <a:prstGeom prst="ellipse">
            <a:avLst/>
          </a:prstGeom>
          <a:solidFill>
            <a:srgbClr val="084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62910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84396"/>
                </a:solidFill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364224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000000"/>
                </a:solidFill>
              </a:defRPr>
            </a:pPr>
            <a:r>
              <a:t>- Usage strictement interne -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1417320"/>
            <a:ext cx="3657600" cy="219456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4396"/>
                </a:solidFill>
              </a:defRPr>
            </a:pPr>
            <a:r>
              <a:t>Septembre 2026</a:t>
            </a:r>
          </a:p>
          <a:p>
            <a:pPr algn="ctr">
              <a:defRPr sz="4600" b="1">
                <a:solidFill>
                  <a:srgbClr val="084396"/>
                </a:solidFill>
              </a:defRPr>
            </a:pPr>
            <a:r>
              <a:t>3</a:t>
            </a:r>
          </a:p>
          <a:p>
            <a:pPr algn="ctr">
              <a:defRPr sz="1500">
                <a:solidFill>
                  <a:srgbClr val="666666"/>
                </a:solidFill>
              </a:defRPr>
            </a:pPr>
            <a:r>
              <a:t>collaborateurs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1417320"/>
            <a:ext cx="3657600" cy="2194560"/>
          </a:xfrm>
          <a:prstGeom prst="roundRect">
            <a:avLst/>
          </a:prstGeom>
          <a:solidFill>
            <a:srgbClr val="E6F2E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4396"/>
                </a:solidFill>
              </a:defRPr>
            </a:pPr>
            <a:r>
              <a:t>Octobre 2026</a:t>
            </a:r>
          </a:p>
          <a:p>
            <a:pPr algn="ctr">
              <a:defRPr sz="4600" b="1">
                <a:solidFill>
                  <a:srgbClr val="084396"/>
                </a:solidFill>
              </a:defRPr>
            </a:pPr>
            <a:r>
              <a:t>4</a:t>
            </a:r>
          </a:p>
          <a:p>
            <a:pPr algn="ctr">
              <a:defRPr sz="1500">
                <a:solidFill>
                  <a:srgbClr val="666666"/>
                </a:solidFill>
              </a:defRPr>
            </a:pPr>
            <a:r>
              <a:t>collaborateurs prévus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892040" y="2057400"/>
            <a:ext cx="1325880" cy="777240"/>
          </a:xfrm>
          <a:prstGeom prst="rightArrow">
            <a:avLst/>
          </a:prstGeom>
          <a:solidFill>
            <a:srgbClr val="8FA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2880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84396"/>
                </a:solidFill>
              </a:defRPr>
            </a:pPr>
            <a:r>
              <a:t>+33 %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4160520"/>
            <a:ext cx="9235440" cy="1097280"/>
          </a:xfrm>
          <a:prstGeom prst="roundRect">
            <a:avLst/>
          </a:prstGeom>
          <a:solidFill>
            <a:srgbClr val="F6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4396"/>
                </a:solidFill>
              </a:defRPr>
            </a:pPr>
            <a:r>
              <a:t>Objectif du renforcement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Passage de 3 à 4 collaborateurs prévu en octobre afin d’accompagner la forte réception constatée en septembre et d’accélérer la résorption du stock ACM.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A8D"/>
        </a:solidFill>
        <a:ln>
          <a:noFill/>
        </a:ln>
      </a:spPr>
      <a:bodyPr rtlCol="0" anchor="ctr"/>
      <a:lstStyle>
        <a:defPPr algn="ctr">
          <a:defRPr sz="2000" dirty="0">
            <a:solidFill>
              <a:schemeClr val="bg1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800" dirty="0">
            <a:solidFill>
              <a:srgbClr val="0C4392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odèle charte E-I 2021.pptx" id="{AC6363E7-1B14-4AF7-B18B-A8E8D3C8477B}" vid="{05BCB15A-B0E9-49CD-8C50-7F1543705087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NewEI</Template>
  <TotalTime>55513</TotalTime>
  <Words>90</Words>
  <Application>Microsoft Office PowerPoint</Application>
  <PresentationFormat>Grand écran</PresentationFormat>
  <Paragraphs>49</Paragraphs>
  <Slides>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Light</vt:lpstr>
      <vt:lpstr>Wingdings 3</vt:lpstr>
      <vt:lpstr>Thème Office</vt:lpstr>
      <vt:lpstr>Comité-site EIDS RABAT</vt:lpstr>
      <vt:lpstr>Accessibilité</vt:lpstr>
      <vt:lpstr>Effectif CMAF _ Evolution effectif</vt:lpstr>
    </vt:vector>
  </TitlesOfParts>
  <Company>Euro Information client principal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MANINI Jean-Luc</dc:creator>
  <cp:lastModifiedBy>OUBRAHIM Mohammed [EIDS]</cp:lastModifiedBy>
  <cp:revision>1707</cp:revision>
  <cp:lastPrinted>2021-09-06T09:35:41Z</cp:lastPrinted>
  <dcterms:created xsi:type="dcterms:W3CDTF">2005-12-12T17:08:24Z</dcterms:created>
  <dcterms:modified xsi:type="dcterms:W3CDTF">2026-10-06T14:21:45Z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